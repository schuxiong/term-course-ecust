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56" r:id="rId5"/>
    <p:sldId id="257" r:id="rId6"/>
    <p:sldId id="258" r:id="rId7"/>
    <p:sldId id="264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>
        <p:scale>
          <a:sx n="66" d="100"/>
          <a:sy n="66" d="100"/>
        </p:scale>
        <p:origin x="501" y="5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E88AD-6460-691E-A90E-78AF49022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101013-B55F-4614-6E94-FF7EFF1EB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3DCE5-96C0-9746-9EAF-69AE8A30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F9F930-C0B8-EBB6-ED4B-5D4C9984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61D9C-8DEB-137F-42B2-F8FF3D5C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93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31D3A-CFDA-011E-B16F-06D9818B5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0BDEE-2432-DF15-626D-D4310F3C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6D635-41D4-F320-BF81-77F3411A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D907C-D2BB-4A25-C757-F784E9BF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7C962-56FB-3313-03EF-84326668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5E132-5A07-E836-82DD-2E6A8DF5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548AD7-3C44-47D1-EC02-DF164FEC6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77459-D8D8-F848-25D1-5E828161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9FED-CCBF-E291-1FC1-C2EA860F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ED0B2-5213-ACA0-374E-98222B5B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44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C7288-E530-71B4-2B7A-B177E8923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A04DE8-EC5F-8376-C1B6-BF40893EB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069DC9-5A42-1E80-DBC3-51CA17453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9BE14-60F9-D13B-50AE-348DC4D0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E2D3C-BE74-4A2D-62A9-6F2C31D6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711DA4-B6AF-6C7C-782B-A5219419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2EE85-4325-BCBF-1F12-020E47C8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FD6CC-B0C7-FEEB-E147-26C9AC43E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D96E62-AA31-813F-6C5D-394C4A7A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33FECB-9AEA-EF99-2A5F-81E3FA568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4919EA-4859-162A-6237-6DBA20F24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91D084-4378-3BB0-54FA-F462591F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76859E-9516-9697-DBCB-5D15CE9E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FF40BA-8FD0-B5B9-BAB5-127F32BB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97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1692F-366B-2D93-E56F-DEA54BEF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5A3273-3C59-6C33-D5ED-6293589B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072F8F-9982-4F9D-65F9-2845D635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810EA9-FCC3-87C7-2F65-F6B3F402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16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5BB543-7D34-3DC1-B787-8607015D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970BAF-D4C5-3C57-CB93-03207AB3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C78496-F9C7-99E7-F867-EECD55B4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45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6AA46-D50A-9F5C-DC56-359923B0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AA7DA0-1013-B363-D0AE-0747EF90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BE654E-061A-8002-705A-7DFF32B85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9A0A7-3B92-67E1-FE80-C8607214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CB414A-0221-2B5A-4D39-8DB0EE9B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137933-147B-3081-AC85-7217DBA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82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98B90-4AD9-115B-5C16-584CAFEC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05FF91-443D-FBBA-EF23-7DC21C30A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B132D5-D4E5-702A-21F2-45D70B3A7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AB5138-580A-8ED7-58DC-52C8E553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271DFF-5464-2E81-72BE-1CEBAC1E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E68579-8976-AA2D-9A14-CEB9E962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07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5EEAF-78DE-46A7-AE31-5E83A2C06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E0B998-0C0A-02B4-13C4-674CA22C4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758B1-1165-259F-2A37-939AD3DC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FCE0A-8360-6D72-3BB9-BAB6A567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1A17A-F706-0988-54A7-B504EE69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4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1A9C66-60E8-8854-3ABA-5E4670A19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FE6998-443A-EC88-5CA6-208FD690E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FBAB8-31A2-1EB2-6C80-7D6E497F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6E687-36FF-1634-D60F-845F9B7F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E4429-1935-875C-2255-E2045B0B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12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3AB893-CCB0-50F1-B215-BDF009F8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A7FC27-6AEE-02EF-E328-B8F76ED41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D495F-98A2-8BB9-0F5E-45871BB2D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3C98-B384-43EB-92A2-7EDBE4D03AD2}" type="datetimeFigureOut">
              <a:rPr lang="zh-CN" altLang="en-US" smtClean="0"/>
              <a:t>2023/4/26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561DE0-EE84-2486-3002-CC4CFD83B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67291D-233C-C9F2-2836-8967D957A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42DC1-CC97-4F97-B9E6-5BF5C0972F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09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3" Type="http://schemas.openxmlformats.org/officeDocument/2006/relationships/tags" Target="../tags/tag2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椭圆 208">
            <a:extLst>
              <a:ext uri="{FF2B5EF4-FFF2-40B4-BE49-F238E27FC236}">
                <a16:creationId xmlns:a16="http://schemas.microsoft.com/office/drawing/2014/main" id="{829B1DC0-99DD-212F-C0BB-CC2DE494DF9A}"/>
              </a:ext>
            </a:extLst>
          </p:cNvPr>
          <p:cNvSpPr/>
          <p:nvPr/>
        </p:nvSpPr>
        <p:spPr>
          <a:xfrm>
            <a:off x="4841968" y="2510747"/>
            <a:ext cx="913711" cy="436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229DFF60-EE20-5E0E-6984-EC078BE28133}"/>
              </a:ext>
            </a:extLst>
          </p:cNvPr>
          <p:cNvSpPr txBox="1"/>
          <p:nvPr/>
        </p:nvSpPr>
        <p:spPr>
          <a:xfrm>
            <a:off x="5006569" y="2542819"/>
            <a:ext cx="10279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学号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3152381" y="1414646"/>
            <a:ext cx="781265" cy="451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54842" y="309291"/>
            <a:ext cx="958602" cy="418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CFE69C2-C463-5DF5-A267-29DC9858A90B}"/>
              </a:ext>
            </a:extLst>
          </p:cNvPr>
          <p:cNvSpPr/>
          <p:nvPr/>
        </p:nvSpPr>
        <p:spPr>
          <a:xfrm>
            <a:off x="1234789" y="850164"/>
            <a:ext cx="1368596" cy="5241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FDA1C-EFA4-0887-DA22-1C04EA3A6E4B}"/>
              </a:ext>
            </a:extLst>
          </p:cNvPr>
          <p:cNvSpPr/>
          <p:nvPr/>
        </p:nvSpPr>
        <p:spPr>
          <a:xfrm>
            <a:off x="2616440" y="-8815"/>
            <a:ext cx="966051" cy="406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4225982" y="506567"/>
            <a:ext cx="757519" cy="442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833F5B-C3EC-5205-9D0D-4FE993D73881}"/>
              </a:ext>
            </a:extLst>
          </p:cNvPr>
          <p:cNvSpPr/>
          <p:nvPr/>
        </p:nvSpPr>
        <p:spPr>
          <a:xfrm>
            <a:off x="3193790" y="-500108"/>
            <a:ext cx="966051" cy="4427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2444325" y="673654"/>
            <a:ext cx="1291113" cy="757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649F1A-6362-0B54-565F-5302900C48BF}"/>
              </a:ext>
            </a:extLst>
          </p:cNvPr>
          <p:cNvCxnSpPr>
            <a:cxnSpLocks/>
          </p:cNvCxnSpPr>
          <p:nvPr/>
        </p:nvCxnSpPr>
        <p:spPr>
          <a:xfrm>
            <a:off x="3538208" y="-130208"/>
            <a:ext cx="168838" cy="1559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688590" y="727570"/>
            <a:ext cx="537392" cy="703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C1C38B-348C-FCF1-E785-515FC87E92DF}"/>
              </a:ext>
            </a:extLst>
          </p:cNvPr>
          <p:cNvCxnSpPr>
            <a:cxnSpLocks/>
          </p:cNvCxnSpPr>
          <p:nvPr/>
        </p:nvCxnSpPr>
        <p:spPr>
          <a:xfrm>
            <a:off x="2414153" y="1183843"/>
            <a:ext cx="1292893" cy="230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F8DE04-E2C8-604C-BDB4-DE67382A1322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3099466" y="397297"/>
            <a:ext cx="683578" cy="1110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3888841" y="-113391"/>
            <a:ext cx="860362" cy="5171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3718801" y="223549"/>
            <a:ext cx="488827" cy="1215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3329038" y="1463875"/>
            <a:ext cx="82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4256154" y="573680"/>
            <a:ext cx="156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4015773" y="1513"/>
            <a:ext cx="156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性别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3368422" y="-441733"/>
            <a:ext cx="1177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年龄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2680822" y="29063"/>
            <a:ext cx="1809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入学时间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40678" y="335100"/>
            <a:ext cx="1016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学号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1599289" y="933561"/>
            <a:ext cx="958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班级号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79025F-0218-58FF-BA58-BB929580F9A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917278" y="4215528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A010A8C-0F14-8BE3-0922-B6A9FBEBB16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89900" y="4198326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4CD8B51-00B3-A8D7-90D1-D588E5C8FC1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631680" y="1468461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8F41CE61-7D2E-39A1-05E6-88B6B7971853}"/>
              </a:ext>
            </a:extLst>
          </p:cNvPr>
          <p:cNvSpPr/>
          <p:nvPr/>
        </p:nvSpPr>
        <p:spPr>
          <a:xfrm>
            <a:off x="4947025" y="1438616"/>
            <a:ext cx="1108710" cy="51625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D5BCC2B5-6F1D-AB55-2626-F79F58A71CA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855963" y="4158638"/>
            <a:ext cx="1108710" cy="57467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306BE2E6-A367-CF92-6A1A-AE98BE1F99E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617613" y="2742554"/>
            <a:ext cx="1108710" cy="51625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E8C490AB-3435-72EB-F8A8-9F90CF1F418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834363" y="3340734"/>
            <a:ext cx="1015365" cy="60896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D82B625-F764-6BA9-0BD9-F5F146BA813B}"/>
              </a:ext>
            </a:extLst>
          </p:cNvPr>
          <p:cNvCxnSpPr>
            <a:cxnSpLocks/>
            <a:endCxn id="39" idx="1"/>
          </p:cNvCxnSpPr>
          <p:nvPr>
            <p:custDataLst>
              <p:tags r:id="rId7"/>
            </p:custDataLst>
          </p:nvPr>
        </p:nvCxnSpPr>
        <p:spPr>
          <a:xfrm flipV="1">
            <a:off x="3885623" y="1696744"/>
            <a:ext cx="1061402" cy="8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8461879-D96F-4E51-087A-E87F316A9759}"/>
              </a:ext>
            </a:extLst>
          </p:cNvPr>
          <p:cNvCxnSpPr>
            <a:cxnSpLocks/>
            <a:stCxn id="4" idx="2"/>
            <a:endCxn id="291" idx="0"/>
          </p:cNvCxnSpPr>
          <p:nvPr>
            <p:custDataLst>
              <p:tags r:id="rId8"/>
            </p:custDataLst>
          </p:nvPr>
        </p:nvCxnSpPr>
        <p:spPr>
          <a:xfrm flipH="1">
            <a:off x="3341508" y="1865971"/>
            <a:ext cx="201506" cy="214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C466580-472E-38A9-1A60-D78859410280}"/>
              </a:ext>
            </a:extLst>
          </p:cNvPr>
          <p:cNvCxnSpPr>
            <a:cxnSpLocks/>
            <a:stCxn id="39" idx="3"/>
            <a:endCxn id="38" idx="1"/>
          </p:cNvCxnSpPr>
          <p:nvPr>
            <p:custDataLst>
              <p:tags r:id="rId9"/>
            </p:custDataLst>
          </p:nvPr>
        </p:nvCxnSpPr>
        <p:spPr>
          <a:xfrm flipV="1">
            <a:off x="6055735" y="1684361"/>
            <a:ext cx="575945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9DDB9AD-4145-DC25-31BF-2B4ED9214283}"/>
              </a:ext>
            </a:extLst>
          </p:cNvPr>
          <p:cNvCxnSpPr>
            <a:cxnSpLocks/>
            <a:stCxn id="40" idx="3"/>
            <a:endCxn id="37" idx="1"/>
          </p:cNvCxnSpPr>
          <p:nvPr>
            <p:custDataLst>
              <p:tags r:id="rId10"/>
            </p:custDataLst>
          </p:nvPr>
        </p:nvCxnSpPr>
        <p:spPr>
          <a:xfrm flipV="1">
            <a:off x="5964673" y="4414226"/>
            <a:ext cx="725227" cy="3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4CC3B87A-095E-7EC9-3511-7AF2EDE936E5}"/>
              </a:ext>
            </a:extLst>
          </p:cNvPr>
          <p:cNvCxnSpPr>
            <a:cxnSpLocks/>
            <a:stCxn id="36" idx="3"/>
            <a:endCxn id="40" idx="1"/>
          </p:cNvCxnSpPr>
          <p:nvPr>
            <p:custDataLst>
              <p:tags r:id="rId11"/>
            </p:custDataLst>
          </p:nvPr>
        </p:nvCxnSpPr>
        <p:spPr>
          <a:xfrm>
            <a:off x="3857078" y="4431428"/>
            <a:ext cx="998885" cy="14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A72CDE38-C4E4-0BA7-273F-D12A0DC4BEF7}"/>
              </a:ext>
            </a:extLst>
          </p:cNvPr>
          <p:cNvCxnSpPr>
            <a:cxnSpLocks/>
            <a:stCxn id="41" idx="2"/>
            <a:endCxn id="37" idx="0"/>
          </p:cNvCxnSpPr>
          <p:nvPr>
            <p:custDataLst>
              <p:tags r:id="rId12"/>
            </p:custDataLst>
          </p:nvPr>
        </p:nvCxnSpPr>
        <p:spPr>
          <a:xfrm flipH="1">
            <a:off x="7159800" y="3258809"/>
            <a:ext cx="1012168" cy="9395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64FB5B9-D9FC-8564-C2F0-677C1FAEB246}"/>
              </a:ext>
            </a:extLst>
          </p:cNvPr>
          <p:cNvCxnSpPr>
            <a:cxnSpLocks/>
            <a:stCxn id="38" idx="2"/>
            <a:endCxn id="41" idx="0"/>
          </p:cNvCxnSpPr>
          <p:nvPr>
            <p:custDataLst>
              <p:tags r:id="rId13"/>
            </p:custDataLst>
          </p:nvPr>
        </p:nvCxnSpPr>
        <p:spPr>
          <a:xfrm>
            <a:off x="7101580" y="1900261"/>
            <a:ext cx="1070388" cy="842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CA066E4-D0CA-6A21-C835-395FFA9FD017}"/>
              </a:ext>
            </a:extLst>
          </p:cNvPr>
          <p:cNvCxnSpPr>
            <a:cxnSpLocks/>
            <a:stCxn id="42" idx="2"/>
            <a:endCxn id="36" idx="0"/>
          </p:cNvCxnSpPr>
          <p:nvPr>
            <p:custDataLst>
              <p:tags r:id="rId14"/>
            </p:custDataLst>
          </p:nvPr>
        </p:nvCxnSpPr>
        <p:spPr>
          <a:xfrm>
            <a:off x="3342046" y="3949699"/>
            <a:ext cx="45132" cy="265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48EB9D21-E37F-793C-0890-DF6608BA2952}"/>
              </a:ext>
            </a:extLst>
          </p:cNvPr>
          <p:cNvSpPr txBox="1"/>
          <p:nvPr/>
        </p:nvSpPr>
        <p:spPr>
          <a:xfrm>
            <a:off x="5170367" y="1506365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选课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6261F6E-74CE-2D1D-1498-B756901AA14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761220" y="1497671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41DDBD0-9CF5-9569-3B8E-E72591C6B20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938602" y="2834618"/>
            <a:ext cx="8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授课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4D470B3-04CF-40C7-8F82-60DBBB662A7B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3049272" y="3472855"/>
            <a:ext cx="8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查询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3623B67-887C-F9E9-6C9C-6D447B236B33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808431" y="4198326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教师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A4C9705-9F7B-C4DF-DB94-9F197EF6A84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906705" y="4292086"/>
            <a:ext cx="91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学籍信息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D2726C3-25D4-8F58-251D-FE0DCF17D96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5092608" y="4254552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管理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5051273-7064-EC1D-E8EF-70ED56CA2084}"/>
              </a:ext>
            </a:extLst>
          </p:cNvPr>
          <p:cNvSpPr/>
          <p:nvPr/>
        </p:nvSpPr>
        <p:spPr>
          <a:xfrm>
            <a:off x="6046906" y="319134"/>
            <a:ext cx="921360" cy="4420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630E6A9-719B-A2EC-DF69-978FCC2CCE15}"/>
              </a:ext>
            </a:extLst>
          </p:cNvPr>
          <p:cNvSpPr/>
          <p:nvPr/>
        </p:nvSpPr>
        <p:spPr>
          <a:xfrm>
            <a:off x="5765051" y="900099"/>
            <a:ext cx="941308" cy="4416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D6895EB7-C60B-4A24-BE56-7F78237C865F}"/>
              </a:ext>
            </a:extLst>
          </p:cNvPr>
          <p:cNvSpPr/>
          <p:nvPr/>
        </p:nvSpPr>
        <p:spPr>
          <a:xfrm>
            <a:off x="8162320" y="389052"/>
            <a:ext cx="742419" cy="4254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5EF539E1-D3E7-C284-1CB3-F0D6C9A634FB}"/>
              </a:ext>
            </a:extLst>
          </p:cNvPr>
          <p:cNvSpPr/>
          <p:nvPr/>
        </p:nvSpPr>
        <p:spPr>
          <a:xfrm>
            <a:off x="7655935" y="931193"/>
            <a:ext cx="724224" cy="3507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244BE723-726D-7E12-C875-C4D5FD14348C}"/>
              </a:ext>
            </a:extLst>
          </p:cNvPr>
          <p:cNvSpPr/>
          <p:nvPr/>
        </p:nvSpPr>
        <p:spPr>
          <a:xfrm>
            <a:off x="6460515" y="-375355"/>
            <a:ext cx="1155910" cy="497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D2F5329F-C89D-4ACE-CCAE-62488B180A7C}"/>
              </a:ext>
            </a:extLst>
          </p:cNvPr>
          <p:cNvSpPr/>
          <p:nvPr/>
        </p:nvSpPr>
        <p:spPr>
          <a:xfrm>
            <a:off x="7278852" y="94216"/>
            <a:ext cx="771174" cy="4123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B08261DA-756B-7E0C-1062-4782099CF345}"/>
              </a:ext>
            </a:extLst>
          </p:cNvPr>
          <p:cNvSpPr/>
          <p:nvPr/>
        </p:nvSpPr>
        <p:spPr>
          <a:xfrm>
            <a:off x="7935675" y="-158847"/>
            <a:ext cx="1137610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FCA5A5D9-AC92-263D-A727-DF3CDF1E0193}"/>
              </a:ext>
            </a:extLst>
          </p:cNvPr>
          <p:cNvCxnSpPr>
            <a:cxnSpLocks/>
            <a:stCxn id="92" idx="5"/>
            <a:endCxn id="38" idx="0"/>
          </p:cNvCxnSpPr>
          <p:nvPr/>
        </p:nvCxnSpPr>
        <p:spPr>
          <a:xfrm>
            <a:off x="6833336" y="696409"/>
            <a:ext cx="268244" cy="772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1C3FEF79-619B-F4E0-D983-DF0BAFEB1C69}"/>
              </a:ext>
            </a:extLst>
          </p:cNvPr>
          <p:cNvCxnSpPr>
            <a:cxnSpLocks/>
            <a:stCxn id="96" idx="4"/>
          </p:cNvCxnSpPr>
          <p:nvPr/>
        </p:nvCxnSpPr>
        <p:spPr>
          <a:xfrm>
            <a:off x="7038470" y="122570"/>
            <a:ext cx="58836" cy="1341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F4DBD779-048B-99BE-E74B-AC23779E32C5}"/>
              </a:ext>
            </a:extLst>
          </p:cNvPr>
          <p:cNvCxnSpPr>
            <a:cxnSpLocks/>
          </p:cNvCxnSpPr>
          <p:nvPr/>
        </p:nvCxnSpPr>
        <p:spPr>
          <a:xfrm flipH="1">
            <a:off x="7087998" y="448404"/>
            <a:ext cx="331026" cy="1030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604EB2C9-1249-A82A-AE0F-07F06B214BF9}"/>
              </a:ext>
            </a:extLst>
          </p:cNvPr>
          <p:cNvCxnSpPr>
            <a:cxnSpLocks/>
          </p:cNvCxnSpPr>
          <p:nvPr/>
        </p:nvCxnSpPr>
        <p:spPr>
          <a:xfrm flipH="1">
            <a:off x="7165080" y="1101595"/>
            <a:ext cx="670960" cy="304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90ED1BC-0BD7-85A3-F990-36DC7BE01BA7}"/>
              </a:ext>
            </a:extLst>
          </p:cNvPr>
          <p:cNvCxnSpPr>
            <a:cxnSpLocks/>
          </p:cNvCxnSpPr>
          <p:nvPr/>
        </p:nvCxnSpPr>
        <p:spPr>
          <a:xfrm flipH="1">
            <a:off x="7105884" y="592263"/>
            <a:ext cx="1056436" cy="846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5296439-5864-BD32-3958-0A5CADF1233B}"/>
              </a:ext>
            </a:extLst>
          </p:cNvPr>
          <p:cNvCxnSpPr>
            <a:cxnSpLocks/>
          </p:cNvCxnSpPr>
          <p:nvPr/>
        </p:nvCxnSpPr>
        <p:spPr>
          <a:xfrm flipH="1" flipV="1">
            <a:off x="6592863" y="1221306"/>
            <a:ext cx="529663" cy="24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20A0652-E8DE-2184-B9A1-2959A7BEE7C2}"/>
              </a:ext>
            </a:extLst>
          </p:cNvPr>
          <p:cNvCxnSpPr>
            <a:cxnSpLocks/>
          </p:cNvCxnSpPr>
          <p:nvPr/>
        </p:nvCxnSpPr>
        <p:spPr>
          <a:xfrm flipH="1">
            <a:off x="7096570" y="162929"/>
            <a:ext cx="1202557" cy="1286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2FD0F1B-F09D-35B3-A9EB-6A4161DACD3F}"/>
              </a:ext>
            </a:extLst>
          </p:cNvPr>
          <p:cNvSpPr txBox="1"/>
          <p:nvPr/>
        </p:nvSpPr>
        <p:spPr>
          <a:xfrm>
            <a:off x="6633600" y="-334996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AFFB5C-3CFD-B273-DAA9-801462830363}"/>
              </a:ext>
            </a:extLst>
          </p:cNvPr>
          <p:cNvSpPr txBox="1"/>
          <p:nvPr/>
        </p:nvSpPr>
        <p:spPr>
          <a:xfrm>
            <a:off x="7301512" y="163585"/>
            <a:ext cx="1078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课程名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9C9A0F7-04E1-D143-3A8B-ED13399D9F01}"/>
              </a:ext>
            </a:extLst>
          </p:cNvPr>
          <p:cNvSpPr txBox="1"/>
          <p:nvPr/>
        </p:nvSpPr>
        <p:spPr>
          <a:xfrm>
            <a:off x="8154277" y="-168856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学分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0B6828F-F2F8-1D46-472D-F4A060B51F9E}"/>
              </a:ext>
            </a:extLst>
          </p:cNvPr>
          <p:cNvSpPr txBox="1"/>
          <p:nvPr/>
        </p:nvSpPr>
        <p:spPr>
          <a:xfrm>
            <a:off x="7729067" y="927674"/>
            <a:ext cx="1231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学时</a:t>
            </a:r>
            <a:endParaRPr lang="en-US" altLang="zh-CN" sz="12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E0E65DCF-49C6-5849-898E-D579F67172B7}"/>
              </a:ext>
            </a:extLst>
          </p:cNvPr>
          <p:cNvSpPr txBox="1"/>
          <p:nvPr/>
        </p:nvSpPr>
        <p:spPr>
          <a:xfrm>
            <a:off x="8111259" y="448404"/>
            <a:ext cx="1231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上课时间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A4E96B5-2120-D754-E363-9C995233E7C1}"/>
              </a:ext>
            </a:extLst>
          </p:cNvPr>
          <p:cNvSpPr txBox="1"/>
          <p:nvPr/>
        </p:nvSpPr>
        <p:spPr>
          <a:xfrm>
            <a:off x="5928921" y="963442"/>
            <a:ext cx="1231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教工号</a:t>
            </a:r>
            <a:endParaRPr lang="en-US" altLang="zh-CN" sz="12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5BEA2C4-4BFE-3141-C8A7-AE5A3ED8773C}"/>
              </a:ext>
            </a:extLst>
          </p:cNvPr>
          <p:cNvSpPr txBox="1"/>
          <p:nvPr/>
        </p:nvSpPr>
        <p:spPr>
          <a:xfrm>
            <a:off x="6090178" y="363648"/>
            <a:ext cx="1152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教室号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97201E12-171C-415C-5430-00AAB602BD34}"/>
              </a:ext>
            </a:extLst>
          </p:cNvPr>
          <p:cNvSpPr/>
          <p:nvPr/>
        </p:nvSpPr>
        <p:spPr>
          <a:xfrm>
            <a:off x="5628099" y="5328877"/>
            <a:ext cx="964764" cy="4273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CCD98E4E-ABE0-F69B-F60B-46F4246F271B}"/>
              </a:ext>
            </a:extLst>
          </p:cNvPr>
          <p:cNvSpPr/>
          <p:nvPr/>
        </p:nvSpPr>
        <p:spPr>
          <a:xfrm>
            <a:off x="6053523" y="5789979"/>
            <a:ext cx="993463" cy="482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BD6CD16F-F5DE-C5C7-7496-90BA77ABB806}"/>
              </a:ext>
            </a:extLst>
          </p:cNvPr>
          <p:cNvSpPr/>
          <p:nvPr/>
        </p:nvSpPr>
        <p:spPr>
          <a:xfrm>
            <a:off x="6990618" y="5964383"/>
            <a:ext cx="939800" cy="5299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55F6D5EE-F5F7-FC4D-869F-A32DBAC4E011}"/>
              </a:ext>
            </a:extLst>
          </p:cNvPr>
          <p:cNvSpPr/>
          <p:nvPr/>
        </p:nvSpPr>
        <p:spPr>
          <a:xfrm>
            <a:off x="8100445" y="4811436"/>
            <a:ext cx="915483" cy="4123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A4A99C4E-28DF-102B-872C-AC6E9710AC0C}"/>
              </a:ext>
            </a:extLst>
          </p:cNvPr>
          <p:cNvSpPr/>
          <p:nvPr/>
        </p:nvSpPr>
        <p:spPr>
          <a:xfrm>
            <a:off x="8162320" y="5987734"/>
            <a:ext cx="1085334" cy="4509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CD252736-0C92-1E89-3F69-E867D66BBAD9}"/>
              </a:ext>
            </a:extLst>
          </p:cNvPr>
          <p:cNvCxnSpPr>
            <a:cxnSpLocks/>
            <a:endCxn id="163" idx="0"/>
          </p:cNvCxnSpPr>
          <p:nvPr/>
        </p:nvCxnSpPr>
        <p:spPr>
          <a:xfrm flipH="1">
            <a:off x="6538022" y="4607681"/>
            <a:ext cx="571624" cy="784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4D64740E-5A83-30A6-5702-DB2BA2B657BF}"/>
              </a:ext>
            </a:extLst>
          </p:cNvPr>
          <p:cNvCxnSpPr>
            <a:cxnSpLocks/>
          </p:cNvCxnSpPr>
          <p:nvPr/>
        </p:nvCxnSpPr>
        <p:spPr>
          <a:xfrm>
            <a:off x="7033428" y="4545703"/>
            <a:ext cx="1346731" cy="1514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6F34508D-BFCC-3864-9E9B-135391CDE680}"/>
              </a:ext>
            </a:extLst>
          </p:cNvPr>
          <p:cNvCxnSpPr>
            <a:cxnSpLocks/>
          </p:cNvCxnSpPr>
          <p:nvPr/>
        </p:nvCxnSpPr>
        <p:spPr>
          <a:xfrm flipH="1" flipV="1">
            <a:off x="7105884" y="4571298"/>
            <a:ext cx="985247" cy="404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86CE8D2E-C46C-A1EE-01E0-D9A63B8D3C9D}"/>
              </a:ext>
            </a:extLst>
          </p:cNvPr>
          <p:cNvCxnSpPr>
            <a:cxnSpLocks/>
          </p:cNvCxnSpPr>
          <p:nvPr/>
        </p:nvCxnSpPr>
        <p:spPr>
          <a:xfrm flipV="1">
            <a:off x="6671228" y="4614899"/>
            <a:ext cx="425342" cy="1262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68C1D962-F302-DBF9-A373-5AA66F9002BF}"/>
              </a:ext>
            </a:extLst>
          </p:cNvPr>
          <p:cNvCxnSpPr>
            <a:cxnSpLocks/>
          </p:cNvCxnSpPr>
          <p:nvPr/>
        </p:nvCxnSpPr>
        <p:spPr>
          <a:xfrm>
            <a:off x="7099848" y="4614899"/>
            <a:ext cx="306195" cy="1349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椭圆 155">
            <a:extLst>
              <a:ext uri="{FF2B5EF4-FFF2-40B4-BE49-F238E27FC236}">
                <a16:creationId xmlns:a16="http://schemas.microsoft.com/office/drawing/2014/main" id="{A403CC25-B90A-BBD9-3E89-17B541A2DBE4}"/>
              </a:ext>
            </a:extLst>
          </p:cNvPr>
          <p:cNvSpPr/>
          <p:nvPr/>
        </p:nvSpPr>
        <p:spPr>
          <a:xfrm>
            <a:off x="8094353" y="5357168"/>
            <a:ext cx="951001" cy="4390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3610269F-822D-2114-8769-EBA518E6BE61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7159800" y="4630126"/>
            <a:ext cx="946595" cy="894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1838DDC8-0154-2ED1-5F3F-EFF101DF7A6C}"/>
              </a:ext>
            </a:extLst>
          </p:cNvPr>
          <p:cNvSpPr txBox="1"/>
          <p:nvPr/>
        </p:nvSpPr>
        <p:spPr>
          <a:xfrm>
            <a:off x="8319923" y="4861605"/>
            <a:ext cx="727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ABAC7DB-7838-0D3E-D701-6F4BD8FBD985}"/>
              </a:ext>
            </a:extLst>
          </p:cNvPr>
          <p:cNvSpPr txBox="1"/>
          <p:nvPr/>
        </p:nvSpPr>
        <p:spPr>
          <a:xfrm>
            <a:off x="8345002" y="5438083"/>
            <a:ext cx="1565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性别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9FD4B8A-9BFD-1DB0-D6BF-CB35FCB487C1}"/>
              </a:ext>
            </a:extLst>
          </p:cNvPr>
          <p:cNvSpPr txBox="1"/>
          <p:nvPr/>
        </p:nvSpPr>
        <p:spPr>
          <a:xfrm>
            <a:off x="8221336" y="6060597"/>
            <a:ext cx="794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联系电话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9A8C30B4-866D-4B7E-2223-92EE8E6B99C5}"/>
              </a:ext>
            </a:extLst>
          </p:cNvPr>
          <p:cNvSpPr txBox="1"/>
          <p:nvPr/>
        </p:nvSpPr>
        <p:spPr>
          <a:xfrm>
            <a:off x="7046986" y="6121405"/>
            <a:ext cx="1059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所属院系号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D8A12112-5C89-EA0B-4A1D-0514F622182B}"/>
              </a:ext>
            </a:extLst>
          </p:cNvPr>
          <p:cNvSpPr txBox="1"/>
          <p:nvPr/>
        </p:nvSpPr>
        <p:spPr>
          <a:xfrm>
            <a:off x="5755103" y="5392529"/>
            <a:ext cx="156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教工号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C5A1EE71-486F-593F-F317-13A6FBF66CD8}"/>
              </a:ext>
            </a:extLst>
          </p:cNvPr>
          <p:cNvSpPr txBox="1"/>
          <p:nvPr/>
        </p:nvSpPr>
        <p:spPr>
          <a:xfrm>
            <a:off x="6278367" y="5877181"/>
            <a:ext cx="1069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职称</a:t>
            </a:r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3D1935C6-B658-B30E-BBF1-AF980558D592}"/>
              </a:ext>
            </a:extLst>
          </p:cNvPr>
          <p:cNvSpPr/>
          <p:nvPr/>
        </p:nvSpPr>
        <p:spPr>
          <a:xfrm>
            <a:off x="8641868" y="3508040"/>
            <a:ext cx="915483" cy="368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2CDF074E-DE0B-07E7-F7D6-CB8D20A7DCA8}"/>
              </a:ext>
            </a:extLst>
          </p:cNvPr>
          <p:cNvSpPr/>
          <p:nvPr/>
        </p:nvSpPr>
        <p:spPr>
          <a:xfrm>
            <a:off x="8762077" y="1988534"/>
            <a:ext cx="948447" cy="4668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78479948-7A71-1100-814D-67A87C406519}"/>
              </a:ext>
            </a:extLst>
          </p:cNvPr>
          <p:cNvCxnSpPr>
            <a:cxnSpLocks/>
          </p:cNvCxnSpPr>
          <p:nvPr/>
        </p:nvCxnSpPr>
        <p:spPr>
          <a:xfrm>
            <a:off x="8440420" y="3091467"/>
            <a:ext cx="464319" cy="466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37ACD55C-1563-C955-FDC2-6A849E427C2D}"/>
              </a:ext>
            </a:extLst>
          </p:cNvPr>
          <p:cNvCxnSpPr>
            <a:cxnSpLocks/>
          </p:cNvCxnSpPr>
          <p:nvPr/>
        </p:nvCxnSpPr>
        <p:spPr>
          <a:xfrm flipH="1">
            <a:off x="8463200" y="2360481"/>
            <a:ext cx="497737" cy="526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FB3CA839-BA23-7A4A-4DA0-513CCF96A820}"/>
              </a:ext>
            </a:extLst>
          </p:cNvPr>
          <p:cNvSpPr txBox="1"/>
          <p:nvPr/>
        </p:nvSpPr>
        <p:spPr>
          <a:xfrm>
            <a:off x="8904739" y="2080449"/>
            <a:ext cx="691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课程号</a:t>
            </a:r>
            <a:endParaRPr lang="zh-CN" altLang="en-US" sz="1200" dirty="0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987BA8C-CA6A-7CF4-8C50-1B57DACB828F}"/>
              </a:ext>
            </a:extLst>
          </p:cNvPr>
          <p:cNvSpPr txBox="1"/>
          <p:nvPr/>
        </p:nvSpPr>
        <p:spPr>
          <a:xfrm>
            <a:off x="8786780" y="3558221"/>
            <a:ext cx="12318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教工号</a:t>
            </a:r>
            <a:endParaRPr lang="en-US" altLang="zh-CN" sz="12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EA028D96-D26D-F0E7-3D57-8780C2578233}"/>
              </a:ext>
            </a:extLst>
          </p:cNvPr>
          <p:cNvSpPr/>
          <p:nvPr/>
        </p:nvSpPr>
        <p:spPr>
          <a:xfrm>
            <a:off x="4096111" y="2029027"/>
            <a:ext cx="781265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9F4EC600-D193-A352-ADAF-7FC66C6A3AFB}"/>
              </a:ext>
            </a:extLst>
          </p:cNvPr>
          <p:cNvCxnSpPr>
            <a:cxnSpLocks/>
          </p:cNvCxnSpPr>
          <p:nvPr/>
        </p:nvCxnSpPr>
        <p:spPr>
          <a:xfrm flipH="1">
            <a:off x="4699695" y="1797182"/>
            <a:ext cx="468365" cy="275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DD1036C5-68A3-0CDB-B585-265373CFF70F}"/>
              </a:ext>
            </a:extLst>
          </p:cNvPr>
          <p:cNvCxnSpPr>
            <a:cxnSpLocks/>
          </p:cNvCxnSpPr>
          <p:nvPr/>
        </p:nvCxnSpPr>
        <p:spPr>
          <a:xfrm flipH="1">
            <a:off x="5308740" y="1859006"/>
            <a:ext cx="7000" cy="64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椭圆 198">
            <a:extLst>
              <a:ext uri="{FF2B5EF4-FFF2-40B4-BE49-F238E27FC236}">
                <a16:creationId xmlns:a16="http://schemas.microsoft.com/office/drawing/2014/main" id="{EE156488-B54D-7F4B-3BF4-67D12EE68E37}"/>
              </a:ext>
            </a:extLst>
          </p:cNvPr>
          <p:cNvSpPr/>
          <p:nvPr/>
        </p:nvSpPr>
        <p:spPr>
          <a:xfrm>
            <a:off x="5866422" y="2117274"/>
            <a:ext cx="625814" cy="3380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4E24F1C2-828E-4FE1-D6B1-55EA66AAF347}"/>
              </a:ext>
            </a:extLst>
          </p:cNvPr>
          <p:cNvCxnSpPr>
            <a:cxnSpLocks/>
          </p:cNvCxnSpPr>
          <p:nvPr/>
        </p:nvCxnSpPr>
        <p:spPr>
          <a:xfrm flipH="1" flipV="1">
            <a:off x="5759201" y="1828074"/>
            <a:ext cx="277806" cy="346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9EB8ADAE-1527-D14E-A189-D149BE8058CC}"/>
              </a:ext>
            </a:extLst>
          </p:cNvPr>
          <p:cNvSpPr txBox="1"/>
          <p:nvPr/>
        </p:nvSpPr>
        <p:spPr>
          <a:xfrm>
            <a:off x="5958878" y="2170201"/>
            <a:ext cx="1565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成绩</a:t>
            </a: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6A6A9E3A-B9DA-6D77-922D-B05BEFCDEE61}"/>
              </a:ext>
            </a:extLst>
          </p:cNvPr>
          <p:cNvSpPr txBox="1"/>
          <p:nvPr/>
        </p:nvSpPr>
        <p:spPr>
          <a:xfrm>
            <a:off x="4164106" y="2036438"/>
            <a:ext cx="1565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课程号</a:t>
            </a:r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410778D6-7F0F-87D5-0423-01E6D146DD3C}"/>
              </a:ext>
            </a:extLst>
          </p:cNvPr>
          <p:cNvSpPr/>
          <p:nvPr/>
        </p:nvSpPr>
        <p:spPr>
          <a:xfrm>
            <a:off x="1197683" y="3649371"/>
            <a:ext cx="995082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学号</a:t>
            </a:r>
          </a:p>
        </p:txBody>
      </p:sp>
      <p:sp>
        <p:nvSpPr>
          <p:cNvPr id="233" name="标题 15">
            <a:extLst>
              <a:ext uri="{FF2B5EF4-FFF2-40B4-BE49-F238E27FC236}">
                <a16:creationId xmlns:a16="http://schemas.microsoft.com/office/drawing/2014/main" id="{942F0A87-FE38-38F4-00A3-DA12216FF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56" y="2549552"/>
            <a:ext cx="1116106" cy="4628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200" dirty="0"/>
              <a:t>密码</a:t>
            </a:r>
          </a:p>
        </p:txBody>
      </p: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18646DE4-7A35-BB4F-9D55-AD5F308A0D9F}"/>
              </a:ext>
            </a:extLst>
          </p:cNvPr>
          <p:cNvCxnSpPr>
            <a:cxnSpLocks/>
            <a:stCxn id="236" idx="1"/>
          </p:cNvCxnSpPr>
          <p:nvPr/>
        </p:nvCxnSpPr>
        <p:spPr>
          <a:xfrm flipH="1">
            <a:off x="1629423" y="3025998"/>
            <a:ext cx="1277282" cy="962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A91CBCD2-6D4E-F586-04A3-9C6936D97F84}"/>
              </a:ext>
            </a:extLst>
          </p:cNvPr>
          <p:cNvCxnSpPr>
            <a:cxnSpLocks/>
            <a:stCxn id="236" idx="1"/>
          </p:cNvCxnSpPr>
          <p:nvPr/>
        </p:nvCxnSpPr>
        <p:spPr>
          <a:xfrm flipH="1" flipV="1">
            <a:off x="2093053" y="2834618"/>
            <a:ext cx="813652" cy="191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矩形 235">
            <a:extLst>
              <a:ext uri="{FF2B5EF4-FFF2-40B4-BE49-F238E27FC236}">
                <a16:creationId xmlns:a16="http://schemas.microsoft.com/office/drawing/2014/main" id="{150E5791-4053-DB96-AFEA-0B8532871CEE}"/>
              </a:ext>
            </a:extLst>
          </p:cNvPr>
          <p:cNvSpPr/>
          <p:nvPr/>
        </p:nvSpPr>
        <p:spPr>
          <a:xfrm>
            <a:off x="2906705" y="2840898"/>
            <a:ext cx="824753" cy="370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账户</a:t>
            </a:r>
          </a:p>
        </p:txBody>
      </p: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F51B08DB-ECC3-BF6E-4369-B434D4BE1963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3342046" y="3053865"/>
            <a:ext cx="20937" cy="286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椭圆 238">
            <a:extLst>
              <a:ext uri="{FF2B5EF4-FFF2-40B4-BE49-F238E27FC236}">
                <a16:creationId xmlns:a16="http://schemas.microsoft.com/office/drawing/2014/main" id="{700000BC-4B90-F996-23E4-292014A331FA}"/>
              </a:ext>
            </a:extLst>
          </p:cNvPr>
          <p:cNvSpPr/>
          <p:nvPr/>
        </p:nvSpPr>
        <p:spPr>
          <a:xfrm>
            <a:off x="2419342" y="6151785"/>
            <a:ext cx="865323" cy="3702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是否留级</a:t>
            </a:r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4E5AA49B-9B6F-744A-B7F4-D68DA5FF5655}"/>
              </a:ext>
            </a:extLst>
          </p:cNvPr>
          <p:cNvSpPr/>
          <p:nvPr/>
        </p:nvSpPr>
        <p:spPr>
          <a:xfrm>
            <a:off x="3954376" y="5568220"/>
            <a:ext cx="995082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专业</a:t>
            </a: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8A1B79F4-CF00-391D-09BA-621A3CFC9563}"/>
              </a:ext>
            </a:extLst>
          </p:cNvPr>
          <p:cNvSpPr/>
          <p:nvPr/>
        </p:nvSpPr>
        <p:spPr>
          <a:xfrm>
            <a:off x="3920546" y="4932569"/>
            <a:ext cx="995082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奖惩情况</a:t>
            </a:r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5E15F2EF-B927-2031-533A-76AD99A3ED40}"/>
              </a:ext>
            </a:extLst>
          </p:cNvPr>
          <p:cNvSpPr/>
          <p:nvPr/>
        </p:nvSpPr>
        <p:spPr>
          <a:xfrm>
            <a:off x="3905989" y="6207278"/>
            <a:ext cx="1161507" cy="462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已修学分</a:t>
            </a: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55C7C027-2F2B-1AE5-D238-997381263925}"/>
              </a:ext>
            </a:extLst>
          </p:cNvPr>
          <p:cNvSpPr/>
          <p:nvPr/>
        </p:nvSpPr>
        <p:spPr>
          <a:xfrm>
            <a:off x="2097215" y="5528905"/>
            <a:ext cx="802199" cy="4628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政治面貌</a:t>
            </a:r>
          </a:p>
        </p:txBody>
      </p:sp>
      <p:sp>
        <p:nvSpPr>
          <p:cNvPr id="244" name="椭圆 243">
            <a:extLst>
              <a:ext uri="{FF2B5EF4-FFF2-40B4-BE49-F238E27FC236}">
                <a16:creationId xmlns:a16="http://schemas.microsoft.com/office/drawing/2014/main" id="{74CAD64F-DC78-00AD-C97C-A400D00FCE60}"/>
              </a:ext>
            </a:extLst>
          </p:cNvPr>
          <p:cNvSpPr/>
          <p:nvPr/>
        </p:nvSpPr>
        <p:spPr>
          <a:xfrm>
            <a:off x="1987449" y="5005101"/>
            <a:ext cx="788407" cy="3512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班级</a:t>
            </a:r>
          </a:p>
        </p:txBody>
      </p: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BF700810-3E10-12CA-ADED-B29CE3CA06E1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2651882" y="4647328"/>
            <a:ext cx="735296" cy="636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783B1053-4579-AABE-ADB4-880139BDF905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2764444" y="4647328"/>
            <a:ext cx="622734" cy="1026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211C196A-CC90-A97F-2F18-91F852514477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2953672" y="4647328"/>
            <a:ext cx="433506" cy="1551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2A5FBC08-88E5-8A64-1582-7C3D257FAD46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3387178" y="4647328"/>
            <a:ext cx="594444" cy="1783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CAD5781D-5BA4-4073-411D-AF958D4C3F74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3387178" y="4647328"/>
            <a:ext cx="632329" cy="1097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13C64C87-44E6-6636-C9D9-AE67B1DC0DC2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3387178" y="4647328"/>
            <a:ext cx="577513" cy="509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EAD47F1F-407E-D45E-8277-88D7ED791AB2}"/>
              </a:ext>
            </a:extLst>
          </p:cNvPr>
          <p:cNvCxnSpPr>
            <a:cxnSpLocks/>
          </p:cNvCxnSpPr>
          <p:nvPr/>
        </p:nvCxnSpPr>
        <p:spPr>
          <a:xfrm>
            <a:off x="3388093" y="4646568"/>
            <a:ext cx="176866" cy="2023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椭圆 268">
            <a:extLst>
              <a:ext uri="{FF2B5EF4-FFF2-40B4-BE49-F238E27FC236}">
                <a16:creationId xmlns:a16="http://schemas.microsoft.com/office/drawing/2014/main" id="{01EE46F0-F529-E6E6-5152-95F5D19D1880}"/>
              </a:ext>
            </a:extLst>
          </p:cNvPr>
          <p:cNvSpPr/>
          <p:nvPr/>
        </p:nvSpPr>
        <p:spPr>
          <a:xfrm>
            <a:off x="3149829" y="6626619"/>
            <a:ext cx="865323" cy="3702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选课情况</a:t>
            </a: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874AFEC1-19C7-F3EB-7DDE-0FE921A92166}"/>
              </a:ext>
            </a:extLst>
          </p:cNvPr>
          <p:cNvSpPr txBox="1"/>
          <p:nvPr/>
        </p:nvSpPr>
        <p:spPr>
          <a:xfrm>
            <a:off x="4411931" y="1195442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B6552276-8A8A-C0E7-CC83-DCBA22CD1B3A}"/>
              </a:ext>
            </a:extLst>
          </p:cNvPr>
          <p:cNvSpPr txBox="1"/>
          <p:nvPr/>
        </p:nvSpPr>
        <p:spPr>
          <a:xfrm>
            <a:off x="7592367" y="1848442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1FAE711D-F0BD-CB6F-3451-2BB2D951B154}"/>
              </a:ext>
            </a:extLst>
          </p:cNvPr>
          <p:cNvSpPr txBox="1"/>
          <p:nvPr/>
        </p:nvSpPr>
        <p:spPr>
          <a:xfrm>
            <a:off x="6098339" y="3895661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1" name="菱形 290">
            <a:extLst>
              <a:ext uri="{FF2B5EF4-FFF2-40B4-BE49-F238E27FC236}">
                <a16:creationId xmlns:a16="http://schemas.microsoft.com/office/drawing/2014/main" id="{A2DBA77E-C957-8C91-73E8-3F8BBB6888E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833825" y="2080529"/>
            <a:ext cx="1015365" cy="60896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5D377F4E-1914-F2CF-AF4C-C93C75C41E7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48734" y="2212650"/>
            <a:ext cx="81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登录</a:t>
            </a:r>
          </a:p>
        </p:txBody>
      </p: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B885FE7F-0E8B-3648-F796-18B8766CDC0D}"/>
              </a:ext>
            </a:extLst>
          </p:cNvPr>
          <p:cNvCxnSpPr>
            <a:cxnSpLocks/>
          </p:cNvCxnSpPr>
          <p:nvPr/>
        </p:nvCxnSpPr>
        <p:spPr>
          <a:xfrm flipV="1">
            <a:off x="3308612" y="2608005"/>
            <a:ext cx="20937" cy="286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文本框 296">
            <a:extLst>
              <a:ext uri="{FF2B5EF4-FFF2-40B4-BE49-F238E27FC236}">
                <a16:creationId xmlns:a16="http://schemas.microsoft.com/office/drawing/2014/main" id="{D22D1622-D6DA-D62E-BBF0-2B203106335D}"/>
              </a:ext>
            </a:extLst>
          </p:cNvPr>
          <p:cNvSpPr txBox="1"/>
          <p:nvPr/>
        </p:nvSpPr>
        <p:spPr>
          <a:xfrm>
            <a:off x="6012169" y="1196284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8142E14C-44A2-DF4E-65F6-387DD2930045}"/>
              </a:ext>
            </a:extLst>
          </p:cNvPr>
          <p:cNvSpPr txBox="1"/>
          <p:nvPr/>
        </p:nvSpPr>
        <p:spPr>
          <a:xfrm>
            <a:off x="7710153" y="3494457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00281F1E-99FB-1BC2-23A2-F5A769313B69}"/>
              </a:ext>
            </a:extLst>
          </p:cNvPr>
          <p:cNvSpPr txBox="1"/>
          <p:nvPr/>
        </p:nvSpPr>
        <p:spPr>
          <a:xfrm>
            <a:off x="4244403" y="3901077"/>
            <a:ext cx="761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endParaRPr lang="zh-CN" altLang="en-US" sz="28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3B09C3BB-DA2F-4BE6-A918-F509C1C3E3F5}"/>
              </a:ext>
            </a:extLst>
          </p:cNvPr>
          <p:cNvSpPr txBox="1"/>
          <p:nvPr/>
        </p:nvSpPr>
        <p:spPr>
          <a:xfrm>
            <a:off x="3435009" y="1855564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8B15274C-517B-C665-7163-D45164C63584}"/>
              </a:ext>
            </a:extLst>
          </p:cNvPr>
          <p:cNvSpPr txBox="1"/>
          <p:nvPr/>
        </p:nvSpPr>
        <p:spPr>
          <a:xfrm>
            <a:off x="3362983" y="2524106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362B9E0F-AEC4-D72E-2A4A-55FF22FDC95A}"/>
              </a:ext>
            </a:extLst>
          </p:cNvPr>
          <p:cNvSpPr txBox="1"/>
          <p:nvPr/>
        </p:nvSpPr>
        <p:spPr>
          <a:xfrm>
            <a:off x="3450908" y="3191535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3FE42FE2-8285-00FC-1159-AF03FAF5D156}"/>
              </a:ext>
            </a:extLst>
          </p:cNvPr>
          <p:cNvSpPr txBox="1"/>
          <p:nvPr/>
        </p:nvSpPr>
        <p:spPr>
          <a:xfrm>
            <a:off x="3462150" y="3851321"/>
            <a:ext cx="556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1600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1933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4199618" y="1917498"/>
            <a:ext cx="2567902" cy="1311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33798" y="106877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FDA1C-EFA4-0887-DA22-1C04EA3A6E4B}"/>
              </a:ext>
            </a:extLst>
          </p:cNvPr>
          <p:cNvSpPr/>
          <p:nvPr/>
        </p:nvSpPr>
        <p:spPr>
          <a:xfrm>
            <a:off x="4964353" y="5341423"/>
            <a:ext cx="2567903" cy="1089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6365175" y="228857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833F5B-C3EC-5205-9D0D-4FE993D73881}"/>
              </a:ext>
            </a:extLst>
          </p:cNvPr>
          <p:cNvSpPr/>
          <p:nvPr/>
        </p:nvSpPr>
        <p:spPr>
          <a:xfrm>
            <a:off x="8206337" y="4796642"/>
            <a:ext cx="2293916" cy="1089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3382627" y="1839132"/>
            <a:ext cx="894332" cy="53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649F1A-6362-0B54-565F-5302900C48BF}"/>
              </a:ext>
            </a:extLst>
          </p:cNvPr>
          <p:cNvCxnSpPr>
            <a:cxnSpLocks/>
          </p:cNvCxnSpPr>
          <p:nvPr/>
        </p:nvCxnSpPr>
        <p:spPr>
          <a:xfrm>
            <a:off x="7564393" y="4631327"/>
            <a:ext cx="1078676" cy="451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</p:cNvCxnSpPr>
          <p:nvPr/>
        </p:nvCxnSpPr>
        <p:spPr>
          <a:xfrm flipH="1">
            <a:off x="6502593" y="1095663"/>
            <a:ext cx="443623" cy="792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F8DE04-E2C8-604C-BDB4-DE67382A1322}"/>
              </a:ext>
            </a:extLst>
          </p:cNvPr>
          <p:cNvCxnSpPr>
            <a:cxnSpLocks/>
          </p:cNvCxnSpPr>
          <p:nvPr/>
        </p:nvCxnSpPr>
        <p:spPr>
          <a:xfrm>
            <a:off x="6188173" y="4667663"/>
            <a:ext cx="152400" cy="8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7553955" y="192379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6502593" y="2416761"/>
            <a:ext cx="1438069" cy="19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4925429" y="2229965"/>
            <a:ext cx="1742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院系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6648203" y="321235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院系名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8016772" y="2050626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院长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8799691" y="5079813"/>
            <a:ext cx="167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专业名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5404378" y="5580979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专业号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36531" y="1192801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院系号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3072276" y="5034308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班级号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C84B07-D539-C773-716D-9A89DCAAEEA7}"/>
              </a:ext>
            </a:extLst>
          </p:cNvPr>
          <p:cNvSpPr/>
          <p:nvPr/>
        </p:nvSpPr>
        <p:spPr>
          <a:xfrm>
            <a:off x="5980951" y="4038413"/>
            <a:ext cx="1583442" cy="801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4FF671-A752-295B-06BB-533C92C81F9D}"/>
              </a:ext>
            </a:extLst>
          </p:cNvPr>
          <p:cNvSpPr txBox="1"/>
          <p:nvPr/>
        </p:nvSpPr>
        <p:spPr>
          <a:xfrm>
            <a:off x="6188173" y="4096522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专业</a:t>
            </a:r>
          </a:p>
        </p:txBody>
      </p:sp>
    </p:spTree>
    <p:extLst>
      <p:ext uri="{BB962C8B-B14F-4D97-AF65-F5344CB8AC3E}">
        <p14:creationId xmlns:p14="http://schemas.microsoft.com/office/powerpoint/2010/main" val="128205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4512558" y="3107647"/>
            <a:ext cx="2567902" cy="1311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33798" y="106877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6365175" y="228857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3382627" y="1839132"/>
            <a:ext cx="1403693" cy="1572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5796509" y="1095663"/>
            <a:ext cx="1149707" cy="20119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7553955" y="192379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6783468" y="2416761"/>
            <a:ext cx="1157194" cy="891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5150418" y="3411917"/>
            <a:ext cx="1742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选课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6648203" y="321235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学号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8016772" y="2050626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成绩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8799691" y="5079813"/>
            <a:ext cx="167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专业名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5404378" y="5580979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专业号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36531" y="1192801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课程号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3072276" y="5034308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班级号</a:t>
            </a:r>
          </a:p>
        </p:txBody>
      </p:sp>
    </p:spTree>
    <p:extLst>
      <p:ext uri="{BB962C8B-B14F-4D97-AF65-F5344CB8AC3E}">
        <p14:creationId xmlns:p14="http://schemas.microsoft.com/office/powerpoint/2010/main" val="290572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8F15885-9B44-3DD9-EDF6-1C2D60155373}"/>
              </a:ext>
            </a:extLst>
          </p:cNvPr>
          <p:cNvSpPr/>
          <p:nvPr/>
        </p:nvSpPr>
        <p:spPr>
          <a:xfrm>
            <a:off x="1318162" y="2042556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84B9A23-3E5A-80C4-0BB6-BEBBCBC3BF45}"/>
              </a:ext>
            </a:extLst>
          </p:cNvPr>
          <p:cNvSpPr/>
          <p:nvPr/>
        </p:nvSpPr>
        <p:spPr>
          <a:xfrm>
            <a:off x="3418115" y="2042556"/>
            <a:ext cx="1698171" cy="8550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E32971-F061-C3E3-7296-1DCAE07BF55B}"/>
              </a:ext>
            </a:extLst>
          </p:cNvPr>
          <p:cNvSpPr/>
          <p:nvPr/>
        </p:nvSpPr>
        <p:spPr>
          <a:xfrm>
            <a:off x="2167247" y="498764"/>
            <a:ext cx="19475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用户表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A9EAF5-8D5B-03B3-AE95-EF5F7CF1933B}"/>
              </a:ext>
            </a:extLst>
          </p:cNvPr>
          <p:cNvCxnSpPr>
            <a:cxnSpLocks/>
          </p:cNvCxnSpPr>
          <p:nvPr/>
        </p:nvCxnSpPr>
        <p:spPr>
          <a:xfrm flipH="1">
            <a:off x="2386940" y="1413164"/>
            <a:ext cx="522515" cy="712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7CB8DC3-FD88-676B-65A3-3399CB98EE9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619005" y="1371601"/>
            <a:ext cx="47801" cy="796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5605B64-6C68-EE9A-B532-578B4BD6F460}"/>
              </a:ext>
            </a:extLst>
          </p:cNvPr>
          <p:cNvSpPr/>
          <p:nvPr/>
        </p:nvSpPr>
        <p:spPr>
          <a:xfrm>
            <a:off x="7319159" y="457201"/>
            <a:ext cx="19475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FD140D5-DCC6-B800-8147-EEE22343366F}"/>
              </a:ext>
            </a:extLst>
          </p:cNvPr>
          <p:cNvSpPr/>
          <p:nvPr/>
        </p:nvSpPr>
        <p:spPr>
          <a:xfrm>
            <a:off x="6470073" y="2511631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28D97F9-20DC-D46D-DBCF-5928F6C9D30A}"/>
              </a:ext>
            </a:extLst>
          </p:cNvPr>
          <p:cNvSpPr/>
          <p:nvPr/>
        </p:nvSpPr>
        <p:spPr>
          <a:xfrm>
            <a:off x="8955974" y="2042556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D610E81-F7C0-1D7E-B1FE-29A6A46D159E}"/>
              </a:ext>
            </a:extLst>
          </p:cNvPr>
          <p:cNvCxnSpPr>
            <a:cxnSpLocks/>
          </p:cNvCxnSpPr>
          <p:nvPr/>
        </p:nvCxnSpPr>
        <p:spPr>
          <a:xfrm flipH="1">
            <a:off x="7506494" y="1330037"/>
            <a:ext cx="522515" cy="1181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2C7003D-2E33-ED13-278D-6B9DF0868806}"/>
              </a:ext>
            </a:extLst>
          </p:cNvPr>
          <p:cNvCxnSpPr>
            <a:cxnSpLocks/>
          </p:cNvCxnSpPr>
          <p:nvPr/>
        </p:nvCxnSpPr>
        <p:spPr>
          <a:xfrm>
            <a:off x="8592787" y="1392382"/>
            <a:ext cx="726373" cy="1056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4727361-EE5B-18E7-6FD7-D111D62450C1}"/>
              </a:ext>
            </a:extLst>
          </p:cNvPr>
          <p:cNvSpPr/>
          <p:nvPr/>
        </p:nvSpPr>
        <p:spPr>
          <a:xfrm>
            <a:off x="4522520" y="4629398"/>
            <a:ext cx="194755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7D81620-6F9F-8F27-52D5-00067C31EA33}"/>
              </a:ext>
            </a:extLst>
          </p:cNvPr>
          <p:cNvSpPr/>
          <p:nvPr/>
        </p:nvSpPr>
        <p:spPr>
          <a:xfrm>
            <a:off x="7319158" y="4973782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9144AF1-F7B5-458F-1CFF-51C27B6AC452}"/>
              </a:ext>
            </a:extLst>
          </p:cNvPr>
          <p:cNvSpPr/>
          <p:nvPr/>
        </p:nvSpPr>
        <p:spPr>
          <a:xfrm>
            <a:off x="4995554" y="5850577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6900322-8FA8-72C2-31BB-A0D2B2EC9BFB}"/>
              </a:ext>
            </a:extLst>
          </p:cNvPr>
          <p:cNvSpPr/>
          <p:nvPr/>
        </p:nvSpPr>
        <p:spPr>
          <a:xfrm>
            <a:off x="2060369" y="5444836"/>
            <a:ext cx="1698171" cy="771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6B3901E-1858-2CF7-FC1D-54A93059A4DE}"/>
              </a:ext>
            </a:extLst>
          </p:cNvPr>
          <p:cNvCxnSpPr>
            <a:cxnSpLocks/>
          </p:cNvCxnSpPr>
          <p:nvPr/>
        </p:nvCxnSpPr>
        <p:spPr>
          <a:xfrm flipH="1">
            <a:off x="3241964" y="5187538"/>
            <a:ext cx="1329047" cy="558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133947C-E2D9-75A7-41B6-D1CE5F9BFD36}"/>
              </a:ext>
            </a:extLst>
          </p:cNvPr>
          <p:cNvCxnSpPr>
            <a:cxnSpLocks/>
          </p:cNvCxnSpPr>
          <p:nvPr/>
        </p:nvCxnSpPr>
        <p:spPr>
          <a:xfrm flipH="1">
            <a:off x="5491348" y="5359730"/>
            <a:ext cx="522515" cy="712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3D88ABE-1D5B-3D68-5C34-3C513983AB26}"/>
              </a:ext>
            </a:extLst>
          </p:cNvPr>
          <p:cNvCxnSpPr>
            <a:cxnSpLocks/>
          </p:cNvCxnSpPr>
          <p:nvPr/>
        </p:nvCxnSpPr>
        <p:spPr>
          <a:xfrm flipH="1" flipV="1">
            <a:off x="6470073" y="5044045"/>
            <a:ext cx="1036421" cy="244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429ABF93-307D-F5CC-4DD2-EC035DCBCD96}"/>
              </a:ext>
            </a:extLst>
          </p:cNvPr>
          <p:cNvSpPr txBox="1"/>
          <p:nvPr/>
        </p:nvSpPr>
        <p:spPr>
          <a:xfrm>
            <a:off x="7677000" y="697007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教师授课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52DD93-2B70-6AAF-5A64-6E2BA3A6F330}"/>
              </a:ext>
            </a:extLst>
          </p:cNvPr>
          <p:cNvSpPr txBox="1"/>
          <p:nvPr/>
        </p:nvSpPr>
        <p:spPr>
          <a:xfrm>
            <a:off x="3934294" y="2264620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用户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368ED4-8950-77F7-3501-B627DA8C634D}"/>
              </a:ext>
            </a:extLst>
          </p:cNvPr>
          <p:cNvSpPr txBox="1"/>
          <p:nvPr/>
        </p:nvSpPr>
        <p:spPr>
          <a:xfrm>
            <a:off x="9319160" y="2243838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课程号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8E651C-07D7-026A-9078-C7C262B0B559}"/>
              </a:ext>
            </a:extLst>
          </p:cNvPr>
          <p:cNvSpPr txBox="1"/>
          <p:nvPr/>
        </p:nvSpPr>
        <p:spPr>
          <a:xfrm>
            <a:off x="6890559" y="2723073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教工号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05DAC3-090E-D738-3C60-F94DA6F957A4}"/>
              </a:ext>
            </a:extLst>
          </p:cNvPr>
          <p:cNvSpPr txBox="1"/>
          <p:nvPr/>
        </p:nvSpPr>
        <p:spPr>
          <a:xfrm>
            <a:off x="4940135" y="4965313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奖惩情况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38DB6D-572A-4BCB-0D01-013AC1B0E3D3}"/>
              </a:ext>
            </a:extLst>
          </p:cNvPr>
          <p:cNvSpPr txBox="1"/>
          <p:nvPr/>
        </p:nvSpPr>
        <p:spPr>
          <a:xfrm>
            <a:off x="1818736" y="2243838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密码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1996BB-D185-096F-9204-4B24A4B3BCFE}"/>
              </a:ext>
            </a:extLst>
          </p:cNvPr>
          <p:cNvSpPr txBox="1"/>
          <p:nvPr/>
        </p:nvSpPr>
        <p:spPr>
          <a:xfrm>
            <a:off x="2624612" y="5633644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学号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82F7B2-F7E2-E792-DF2C-7492D5B90CAF}"/>
              </a:ext>
            </a:extLst>
          </p:cNvPr>
          <p:cNvSpPr txBox="1"/>
          <p:nvPr/>
        </p:nvSpPr>
        <p:spPr>
          <a:xfrm>
            <a:off x="5397928" y="6067676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奖励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B4E162-5765-CAFE-1184-B1208B060B52}"/>
              </a:ext>
            </a:extLst>
          </p:cNvPr>
          <p:cNvSpPr txBox="1"/>
          <p:nvPr/>
        </p:nvSpPr>
        <p:spPr>
          <a:xfrm>
            <a:off x="7687274" y="5142452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惩罚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748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5543C9C-4E6E-4F59-BBA7-86A811AC4D2E}"/>
              </a:ext>
            </a:extLst>
          </p:cNvPr>
          <p:cNvSpPr/>
          <p:nvPr/>
        </p:nvSpPr>
        <p:spPr>
          <a:xfrm>
            <a:off x="4809505" y="2778826"/>
            <a:ext cx="20900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03D684-8298-D64D-9DA3-B1F083F45ACE}"/>
              </a:ext>
            </a:extLst>
          </p:cNvPr>
          <p:cNvSpPr/>
          <p:nvPr/>
        </p:nvSpPr>
        <p:spPr>
          <a:xfrm>
            <a:off x="2339439" y="1021278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9B8D26A-4633-6F7A-5774-7A5055DFD6B8}"/>
              </a:ext>
            </a:extLst>
          </p:cNvPr>
          <p:cNvSpPr/>
          <p:nvPr/>
        </p:nvSpPr>
        <p:spPr>
          <a:xfrm>
            <a:off x="1779320" y="2778826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EF2866F-A478-9F33-C036-406D94E89AD2}"/>
              </a:ext>
            </a:extLst>
          </p:cNvPr>
          <p:cNvSpPr/>
          <p:nvPr/>
        </p:nvSpPr>
        <p:spPr>
          <a:xfrm>
            <a:off x="2527465" y="4536374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939A59-6E46-77FA-5E7F-B37C11ED1F38}"/>
              </a:ext>
            </a:extLst>
          </p:cNvPr>
          <p:cNvSpPr/>
          <p:nvPr/>
        </p:nvSpPr>
        <p:spPr>
          <a:xfrm>
            <a:off x="5603174" y="5199413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DBA0A7A-1928-7F46-B21B-D0CC6409D8AC}"/>
              </a:ext>
            </a:extLst>
          </p:cNvPr>
          <p:cNvSpPr/>
          <p:nvPr/>
        </p:nvSpPr>
        <p:spPr>
          <a:xfrm>
            <a:off x="5484421" y="815439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D83E300-7CDE-3611-0684-261EDD62581C}"/>
              </a:ext>
            </a:extLst>
          </p:cNvPr>
          <p:cNvSpPr/>
          <p:nvPr/>
        </p:nvSpPr>
        <p:spPr>
          <a:xfrm>
            <a:off x="8160323" y="2040576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27AA4E-6121-485D-40B1-A7B5FA2058AD}"/>
              </a:ext>
            </a:extLst>
          </p:cNvPr>
          <p:cNvSpPr/>
          <p:nvPr/>
        </p:nvSpPr>
        <p:spPr>
          <a:xfrm>
            <a:off x="7657605" y="3903025"/>
            <a:ext cx="176942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52A3FD1-2497-664B-705D-397D6E1FF9AF}"/>
              </a:ext>
            </a:extLst>
          </p:cNvPr>
          <p:cNvCxnSpPr>
            <a:stCxn id="5" idx="5"/>
          </p:cNvCxnSpPr>
          <p:nvPr/>
        </p:nvCxnSpPr>
        <p:spPr>
          <a:xfrm>
            <a:off x="3849737" y="1801767"/>
            <a:ext cx="959768" cy="97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361E446-EF8F-2E3E-71D8-DCB627FE1D63}"/>
              </a:ext>
            </a:extLst>
          </p:cNvPr>
          <p:cNvCxnSpPr>
            <a:stCxn id="9" idx="4"/>
            <a:endCxn id="4" idx="0"/>
          </p:cNvCxnSpPr>
          <p:nvPr/>
        </p:nvCxnSpPr>
        <p:spPr>
          <a:xfrm flipH="1">
            <a:off x="5854534" y="1729839"/>
            <a:ext cx="514599" cy="1048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A947BA-C231-4AF5-66A9-87C7C05B608C}"/>
              </a:ext>
            </a:extLst>
          </p:cNvPr>
          <p:cNvCxnSpPr>
            <a:cxnSpLocks/>
          </p:cNvCxnSpPr>
          <p:nvPr/>
        </p:nvCxnSpPr>
        <p:spPr>
          <a:xfrm flipH="1">
            <a:off x="6739246" y="2380013"/>
            <a:ext cx="1432958" cy="707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2EE904F-D7C2-9B5A-A5D9-63C307FA1072}"/>
              </a:ext>
            </a:extLst>
          </p:cNvPr>
          <p:cNvCxnSpPr>
            <a:cxnSpLocks/>
          </p:cNvCxnSpPr>
          <p:nvPr/>
        </p:nvCxnSpPr>
        <p:spPr>
          <a:xfrm flipH="1">
            <a:off x="3990109" y="3661066"/>
            <a:ext cx="1492333" cy="1156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355628F-3530-0A71-F0BC-ED49255C4AED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487886" y="3661065"/>
            <a:ext cx="17813" cy="15383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CE46F5F-0F33-449F-AA8F-EBAA48D322BD}"/>
              </a:ext>
            </a:extLst>
          </p:cNvPr>
          <p:cNvCxnSpPr>
            <a:cxnSpLocks/>
          </p:cNvCxnSpPr>
          <p:nvPr/>
        </p:nvCxnSpPr>
        <p:spPr>
          <a:xfrm flipH="1" flipV="1">
            <a:off x="6709560" y="3427021"/>
            <a:ext cx="981692" cy="810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B835C08-453C-2200-5080-879E18941335}"/>
              </a:ext>
            </a:extLst>
          </p:cNvPr>
          <p:cNvCxnSpPr>
            <a:cxnSpLocks/>
          </p:cNvCxnSpPr>
          <p:nvPr/>
        </p:nvCxnSpPr>
        <p:spPr>
          <a:xfrm flipH="1">
            <a:off x="2885704" y="3196072"/>
            <a:ext cx="1978231" cy="230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5ADDE2D-8059-4C09-0BA0-956B6FC4F497}"/>
              </a:ext>
            </a:extLst>
          </p:cNvPr>
          <p:cNvSpPr txBox="1"/>
          <p:nvPr/>
        </p:nvSpPr>
        <p:spPr>
          <a:xfrm>
            <a:off x="5301935" y="3087584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课程信息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A9990A-5091-39D5-2AB0-D4CB6C27B9C0}"/>
              </a:ext>
            </a:extLst>
          </p:cNvPr>
          <p:cNvSpPr txBox="1"/>
          <p:nvPr/>
        </p:nvSpPr>
        <p:spPr>
          <a:xfrm>
            <a:off x="5917870" y="1042819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BC5559-E386-AB37-917E-26201B7A8281}"/>
              </a:ext>
            </a:extLst>
          </p:cNvPr>
          <p:cNvSpPr txBox="1"/>
          <p:nvPr/>
        </p:nvSpPr>
        <p:spPr>
          <a:xfrm>
            <a:off x="8497620" y="2374949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课程名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656F20-5A6C-1BB5-0B58-C73FD0C19682}"/>
              </a:ext>
            </a:extLst>
          </p:cNvPr>
          <p:cNvSpPr txBox="1"/>
          <p:nvPr/>
        </p:nvSpPr>
        <p:spPr>
          <a:xfrm>
            <a:off x="8227223" y="4167042"/>
            <a:ext cx="123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学分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841F6D-D10D-F6E7-A308-F2B57B187C9F}"/>
              </a:ext>
            </a:extLst>
          </p:cNvPr>
          <p:cNvSpPr txBox="1"/>
          <p:nvPr/>
        </p:nvSpPr>
        <p:spPr>
          <a:xfrm>
            <a:off x="6148645" y="5492015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学分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F7D098-362E-C9C4-B0D2-51120A5007C0}"/>
              </a:ext>
            </a:extLst>
          </p:cNvPr>
          <p:cNvSpPr txBox="1"/>
          <p:nvPr/>
        </p:nvSpPr>
        <p:spPr>
          <a:xfrm>
            <a:off x="3014954" y="4802579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上课时间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492000-39DC-9DD1-8C18-0E8462F7F95F}"/>
              </a:ext>
            </a:extLst>
          </p:cNvPr>
          <p:cNvSpPr txBox="1"/>
          <p:nvPr/>
        </p:nvSpPr>
        <p:spPr>
          <a:xfrm>
            <a:off x="2181892" y="2988380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教工号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ABD6BA-7CE4-5A8B-F673-0046C3AA3D6A}"/>
              </a:ext>
            </a:extLst>
          </p:cNvPr>
          <p:cNvSpPr txBox="1"/>
          <p:nvPr/>
        </p:nvSpPr>
        <p:spPr>
          <a:xfrm>
            <a:off x="2668405" y="1318604"/>
            <a:ext cx="123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教室号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519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85ADC-5189-B9B9-04D0-23A894FB97D8}"/>
              </a:ext>
            </a:extLst>
          </p:cNvPr>
          <p:cNvSpPr/>
          <p:nvPr/>
        </p:nvSpPr>
        <p:spPr>
          <a:xfrm>
            <a:off x="4168239" y="2375064"/>
            <a:ext cx="3372592" cy="17100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0C58B9-BF96-7387-565A-E8C0902CC300}"/>
              </a:ext>
            </a:extLst>
          </p:cNvPr>
          <p:cNvSpPr/>
          <p:nvPr/>
        </p:nvSpPr>
        <p:spPr>
          <a:xfrm>
            <a:off x="1733798" y="1068779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CFE69C2-C463-5DF5-A267-29DC9858A90B}"/>
              </a:ext>
            </a:extLst>
          </p:cNvPr>
          <p:cNvSpPr/>
          <p:nvPr/>
        </p:nvSpPr>
        <p:spPr>
          <a:xfrm>
            <a:off x="1423060" y="3821875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9FDA1C-EFA4-0887-DA22-1C04EA3A6E4B}"/>
              </a:ext>
            </a:extLst>
          </p:cNvPr>
          <p:cNvSpPr/>
          <p:nvPr/>
        </p:nvSpPr>
        <p:spPr>
          <a:xfrm>
            <a:off x="4780807" y="4724400"/>
            <a:ext cx="3283665" cy="16328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51C73B6-A0C9-E47B-EF74-40D00182A1E0}"/>
              </a:ext>
            </a:extLst>
          </p:cNvPr>
          <p:cNvSpPr/>
          <p:nvPr/>
        </p:nvSpPr>
        <p:spPr>
          <a:xfrm>
            <a:off x="6648203" y="853044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833F5B-C3EC-5205-9D0D-4FE993D73881}"/>
              </a:ext>
            </a:extLst>
          </p:cNvPr>
          <p:cNvSpPr/>
          <p:nvPr/>
        </p:nvSpPr>
        <p:spPr>
          <a:xfrm>
            <a:off x="8619507" y="3536867"/>
            <a:ext cx="2293916" cy="1089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3D293C5-4EF5-3783-C92B-FE218381F2F6}"/>
              </a:ext>
            </a:extLst>
          </p:cNvPr>
          <p:cNvCxnSpPr>
            <a:cxnSpLocks/>
          </p:cNvCxnSpPr>
          <p:nvPr/>
        </p:nvCxnSpPr>
        <p:spPr>
          <a:xfrm>
            <a:off x="3382627" y="1839132"/>
            <a:ext cx="894332" cy="53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649F1A-6362-0B54-565F-5302900C48BF}"/>
              </a:ext>
            </a:extLst>
          </p:cNvPr>
          <p:cNvCxnSpPr>
            <a:cxnSpLocks/>
          </p:cNvCxnSpPr>
          <p:nvPr/>
        </p:nvCxnSpPr>
        <p:spPr>
          <a:xfrm>
            <a:off x="7540831" y="3536867"/>
            <a:ext cx="1078676" cy="451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56E8BA5-A7A2-3DBE-9565-7C2CDF4D5F69}"/>
              </a:ext>
            </a:extLst>
          </p:cNvPr>
          <p:cNvCxnSpPr>
            <a:cxnSpLocks/>
          </p:cNvCxnSpPr>
          <p:nvPr/>
        </p:nvCxnSpPr>
        <p:spPr>
          <a:xfrm flipH="1">
            <a:off x="6543304" y="1583040"/>
            <a:ext cx="443623" cy="792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CC1C38B-348C-FCF1-E785-515FC87E92DF}"/>
              </a:ext>
            </a:extLst>
          </p:cNvPr>
          <p:cNvCxnSpPr>
            <a:cxnSpLocks/>
          </p:cNvCxnSpPr>
          <p:nvPr/>
        </p:nvCxnSpPr>
        <p:spPr>
          <a:xfrm flipV="1">
            <a:off x="3181735" y="3964932"/>
            <a:ext cx="1106961" cy="308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8F8DE04-E2C8-604C-BDB4-DE67382A1322}"/>
              </a:ext>
            </a:extLst>
          </p:cNvPr>
          <p:cNvCxnSpPr>
            <a:cxnSpLocks/>
          </p:cNvCxnSpPr>
          <p:nvPr/>
        </p:nvCxnSpPr>
        <p:spPr>
          <a:xfrm>
            <a:off x="5407369" y="4061359"/>
            <a:ext cx="152400" cy="888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E803C627-7B29-73DA-D60F-B240F4E115BA}"/>
              </a:ext>
            </a:extLst>
          </p:cNvPr>
          <p:cNvSpPr/>
          <p:nvPr/>
        </p:nvSpPr>
        <p:spPr>
          <a:xfrm>
            <a:off x="8787740" y="1923801"/>
            <a:ext cx="1971304" cy="902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387D8F3-76A4-5316-FA57-BD028F6563DC}"/>
              </a:ext>
            </a:extLst>
          </p:cNvPr>
          <p:cNvCxnSpPr>
            <a:cxnSpLocks/>
          </p:cNvCxnSpPr>
          <p:nvPr/>
        </p:nvCxnSpPr>
        <p:spPr>
          <a:xfrm flipV="1">
            <a:off x="7451931" y="2671947"/>
            <a:ext cx="1438069" cy="19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7E6F498-217E-D846-3953-813EF65674A0}"/>
              </a:ext>
            </a:extLst>
          </p:cNvPr>
          <p:cNvSpPr txBox="1"/>
          <p:nvPr/>
        </p:nvSpPr>
        <p:spPr>
          <a:xfrm>
            <a:off x="5098027" y="2845366"/>
            <a:ext cx="1742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教师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A67A51B-C499-7AD8-F0C6-3DDB4B6C70C7}"/>
              </a:ext>
            </a:extLst>
          </p:cNvPr>
          <p:cNvSpPr txBox="1"/>
          <p:nvPr/>
        </p:nvSpPr>
        <p:spPr>
          <a:xfrm>
            <a:off x="6957676" y="919585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姓名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C80A64-E18F-8105-063B-122FBA6907CE}"/>
              </a:ext>
            </a:extLst>
          </p:cNvPr>
          <p:cNvSpPr txBox="1"/>
          <p:nvPr/>
        </p:nvSpPr>
        <p:spPr>
          <a:xfrm>
            <a:off x="9138552" y="2051897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性别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B7CD53-682A-9871-A918-05B279AFC101}"/>
              </a:ext>
            </a:extLst>
          </p:cNvPr>
          <p:cNvSpPr txBox="1"/>
          <p:nvPr/>
        </p:nvSpPr>
        <p:spPr>
          <a:xfrm>
            <a:off x="8836899" y="3689266"/>
            <a:ext cx="1679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联系电话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73CE2-5D34-7624-645D-35F04DFDBE74}"/>
              </a:ext>
            </a:extLst>
          </p:cNvPr>
          <p:cNvSpPr txBox="1"/>
          <p:nvPr/>
        </p:nvSpPr>
        <p:spPr>
          <a:xfrm>
            <a:off x="5199277" y="5078128"/>
            <a:ext cx="27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所属院系号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44ABEE-D7E4-D306-A822-0643E1ECCEE1}"/>
              </a:ext>
            </a:extLst>
          </p:cNvPr>
          <p:cNvSpPr txBox="1"/>
          <p:nvPr/>
        </p:nvSpPr>
        <p:spPr>
          <a:xfrm>
            <a:off x="1936531" y="1192801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教工号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BE52C5C-5EE0-FE25-8482-A37AF9129126}"/>
              </a:ext>
            </a:extLst>
          </p:cNvPr>
          <p:cNvSpPr txBox="1"/>
          <p:nvPr/>
        </p:nvSpPr>
        <p:spPr>
          <a:xfrm>
            <a:off x="1874323" y="3889320"/>
            <a:ext cx="1565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职称</a:t>
            </a:r>
          </a:p>
        </p:txBody>
      </p:sp>
    </p:spTree>
    <p:extLst>
      <p:ext uri="{BB962C8B-B14F-4D97-AF65-F5344CB8AC3E}">
        <p14:creationId xmlns:p14="http://schemas.microsoft.com/office/powerpoint/2010/main" val="85026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642995" y="1623695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1"/>
            </p:custDataLst>
          </p:nvPr>
        </p:nvSpPr>
        <p:spPr>
          <a:xfrm>
            <a:off x="3719195" y="4333240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7080885" y="4333240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3"/>
            </p:custDataLst>
          </p:nvPr>
        </p:nvSpPr>
        <p:spPr>
          <a:xfrm>
            <a:off x="7080885" y="1603375"/>
            <a:ext cx="939800" cy="431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5396230" y="1573530"/>
            <a:ext cx="1108710" cy="51625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菱形 28"/>
          <p:cNvSpPr/>
          <p:nvPr>
            <p:custDataLst>
              <p:tags r:id="rId4"/>
            </p:custDataLst>
          </p:nvPr>
        </p:nvSpPr>
        <p:spPr>
          <a:xfrm>
            <a:off x="5396230" y="4274820"/>
            <a:ext cx="1108710" cy="57467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菱形 29"/>
          <p:cNvSpPr/>
          <p:nvPr>
            <p:custDataLst>
              <p:tags r:id="rId5"/>
            </p:custDataLst>
          </p:nvPr>
        </p:nvSpPr>
        <p:spPr>
          <a:xfrm>
            <a:off x="6996430" y="2835275"/>
            <a:ext cx="1108710" cy="51625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菱形 30"/>
          <p:cNvSpPr/>
          <p:nvPr>
            <p:custDataLst>
              <p:tags r:id="rId6"/>
            </p:custDataLst>
          </p:nvPr>
        </p:nvSpPr>
        <p:spPr>
          <a:xfrm>
            <a:off x="3642995" y="2835275"/>
            <a:ext cx="1015365" cy="608965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>
            <a:endCxn id="28" idx="1"/>
          </p:cNvCxnSpPr>
          <p:nvPr>
            <p:custDataLst>
              <p:tags r:id="rId7"/>
            </p:custDataLst>
          </p:nvPr>
        </p:nvCxnSpPr>
        <p:spPr>
          <a:xfrm>
            <a:off x="4582795" y="1818640"/>
            <a:ext cx="81343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24" idx="2"/>
            <a:endCxn id="31" idx="0"/>
          </p:cNvCxnSpPr>
          <p:nvPr>
            <p:custDataLst>
              <p:tags r:id="rId8"/>
            </p:custDataLst>
          </p:nvPr>
        </p:nvCxnSpPr>
        <p:spPr>
          <a:xfrm>
            <a:off x="4112895" y="2055495"/>
            <a:ext cx="38100" cy="779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8" idx="3"/>
            <a:endCxn id="27" idx="1"/>
          </p:cNvCxnSpPr>
          <p:nvPr>
            <p:custDataLst>
              <p:tags r:id="rId9"/>
            </p:custDataLst>
          </p:nvPr>
        </p:nvCxnSpPr>
        <p:spPr>
          <a:xfrm flipV="1">
            <a:off x="6504940" y="1819275"/>
            <a:ext cx="575945" cy="12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29" idx="3"/>
            <a:endCxn id="26" idx="1"/>
          </p:cNvCxnSpPr>
          <p:nvPr>
            <p:custDataLst>
              <p:tags r:id="rId10"/>
            </p:custDataLst>
          </p:nvPr>
        </p:nvCxnSpPr>
        <p:spPr>
          <a:xfrm flipV="1">
            <a:off x="6504940" y="4549140"/>
            <a:ext cx="57594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25" idx="3"/>
            <a:endCxn id="29" idx="1"/>
          </p:cNvCxnSpPr>
          <p:nvPr>
            <p:custDataLst>
              <p:tags r:id="rId11"/>
            </p:custDataLst>
          </p:nvPr>
        </p:nvCxnSpPr>
        <p:spPr>
          <a:xfrm>
            <a:off x="4658995" y="4549140"/>
            <a:ext cx="737235" cy="1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30" idx="2"/>
            <a:endCxn id="26" idx="0"/>
          </p:cNvCxnSpPr>
          <p:nvPr>
            <p:custDataLst>
              <p:tags r:id="rId12"/>
            </p:custDataLst>
          </p:nvPr>
        </p:nvCxnSpPr>
        <p:spPr>
          <a:xfrm>
            <a:off x="7550785" y="3351530"/>
            <a:ext cx="0" cy="981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27" idx="2"/>
            <a:endCxn id="30" idx="0"/>
          </p:cNvCxnSpPr>
          <p:nvPr>
            <p:custDataLst>
              <p:tags r:id="rId13"/>
            </p:custDataLst>
          </p:nvPr>
        </p:nvCxnSpPr>
        <p:spPr>
          <a:xfrm>
            <a:off x="7550785" y="2035175"/>
            <a:ext cx="0" cy="800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1" idx="2"/>
            <a:endCxn id="25" idx="0"/>
          </p:cNvCxnSpPr>
          <p:nvPr>
            <p:custDataLst>
              <p:tags r:id="rId14"/>
            </p:custDataLst>
          </p:nvPr>
        </p:nvCxnSpPr>
        <p:spPr>
          <a:xfrm>
            <a:off x="4150995" y="3444240"/>
            <a:ext cx="38100" cy="889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3685540" y="1714500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学生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19750" y="1682750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选课</a:t>
            </a:r>
          </a:p>
        </p:txBody>
      </p: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7210425" y="1632585"/>
            <a:ext cx="89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课程</a:t>
            </a:r>
          </a:p>
        </p:txBody>
      </p:sp>
      <p:sp>
        <p:nvSpPr>
          <p:cNvPr id="37" name="文本框 36"/>
          <p:cNvSpPr txBox="1"/>
          <p:nvPr>
            <p:custDataLst>
              <p:tags r:id="rId16"/>
            </p:custDataLst>
          </p:nvPr>
        </p:nvSpPr>
        <p:spPr>
          <a:xfrm>
            <a:off x="7207885" y="2919095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授课</a:t>
            </a: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3829382" y="2955215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查询</a:t>
            </a:r>
          </a:p>
        </p:txBody>
      </p:sp>
      <p:sp>
        <p:nvSpPr>
          <p:cNvPr id="43" name="文本框 42"/>
          <p:cNvSpPr txBox="1"/>
          <p:nvPr>
            <p:custDataLst>
              <p:tags r:id="rId18"/>
            </p:custDataLst>
          </p:nvPr>
        </p:nvSpPr>
        <p:spPr>
          <a:xfrm>
            <a:off x="7292340" y="4396740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教师</a:t>
            </a: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3837940" y="4333240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成绩</a:t>
            </a:r>
          </a:p>
        </p:txBody>
      </p:sp>
      <p:sp>
        <p:nvSpPr>
          <p:cNvPr id="45" name="文本框 44"/>
          <p:cNvSpPr txBox="1"/>
          <p:nvPr>
            <p:custDataLst>
              <p:tags r:id="rId20"/>
            </p:custDataLst>
          </p:nvPr>
        </p:nvSpPr>
        <p:spPr>
          <a:xfrm>
            <a:off x="5619750" y="4396740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录入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2781-82F7-8597-29EF-E6A21F71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DC874-60DC-7D8D-7410-F2771F3F0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290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</TotalTime>
  <Words>156</Words>
  <Application>Microsoft Office PowerPoint</Application>
  <PresentationFormat>宽屏</PresentationFormat>
  <Paragraphs>101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黑体</vt:lpstr>
      <vt:lpstr>Arial</vt:lpstr>
      <vt:lpstr>Office 主题​​</vt:lpstr>
      <vt:lpstr>密码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单 楚雄</dc:creator>
  <cp:lastModifiedBy>单 楚雄</cp:lastModifiedBy>
  <cp:revision>6</cp:revision>
  <dcterms:created xsi:type="dcterms:W3CDTF">2023-04-19T07:03:11Z</dcterms:created>
  <dcterms:modified xsi:type="dcterms:W3CDTF">2023-04-26T06:38:11Z</dcterms:modified>
</cp:coreProperties>
</file>