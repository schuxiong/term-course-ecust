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82" r:id="rId3"/>
    <p:sldId id="31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D1A42D-9FE0-4FFC-B557-6D1304EE2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E0346A5-CFA5-404C-A7B6-86B6F2395F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2C6651-35D2-4D52-8E53-DF8C21FA4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D5017-B3A9-4BC9-86E2-0D88865D3365}" type="datetimeFigureOut">
              <a:rPr lang="zh-CN" altLang="en-US" smtClean="0"/>
              <a:t>2020/5/27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933182-F33D-48D9-AFE3-55ED64D05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6FC57D-EC00-4EDE-A735-366A2A4A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1E7E8-1538-4740-A600-7B9D7DC74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51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BEF3C9-E58B-4E1B-822C-B2EF90123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FFD008-7CAA-4A73-BB51-98B81BB70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2766B4-09C9-4030-B67F-ACE3D949B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D5017-B3A9-4BC9-86E2-0D88865D3365}" type="datetimeFigureOut">
              <a:rPr lang="zh-CN" altLang="en-US" smtClean="0"/>
              <a:t>2020/5/27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6AE5E5-C5F2-4068-BF57-628734B06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A80640-CECC-4411-8AF3-E7F861235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1E7E8-1538-4740-A600-7B9D7DC74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815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1EA06E-B972-4794-BBAF-993DDDBB3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4111E2-C3A1-4CC6-A065-4DF37CB65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ADF910-36BC-4439-B55A-A0A92F8F5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D5017-B3A9-4BC9-86E2-0D88865D3365}" type="datetimeFigureOut">
              <a:rPr lang="zh-CN" altLang="en-US" smtClean="0"/>
              <a:t>2020/5/27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2B8D18-B4DB-4D33-9393-69733843D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45252B-B722-4D08-A3F0-E5171BABD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1E7E8-1538-4740-A600-7B9D7DC74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589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C67324-C8C2-4780-A687-3B0EEE60F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941E36-43CF-415E-B135-B9ACAAC478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43DE10B-73C0-49F2-A96A-5F80A8990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D5897C-A162-4340-87B9-04AAF81BA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D5017-B3A9-4BC9-86E2-0D88865D3365}" type="datetimeFigureOut">
              <a:rPr lang="zh-CN" altLang="en-US" smtClean="0"/>
              <a:t>2020/5/27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13114B-74B9-489F-BDE3-10D1EB5E5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C73119-C21F-4461-A84D-3C89CD36D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1E7E8-1538-4740-A600-7B9D7DC74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638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046B3-ACE5-41E1-A95B-04771E632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96BF26-44D0-4F3A-A7B0-4C909C216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4CEE6C-A464-4EDE-A8D2-0A46E5E2AA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D6BC188-5157-47D5-9559-DEF7ACCB01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709DD1A-CEA5-4057-9F68-8BAA53DECC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895CEE5-B628-4D3A-BE0A-4949F80D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D5017-B3A9-4BC9-86E2-0D88865D3365}" type="datetimeFigureOut">
              <a:rPr lang="zh-CN" altLang="en-US" smtClean="0"/>
              <a:t>2020/5/27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CCF645D-771A-4E3A-B560-D49F875AF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05934F5-BFC5-4C4F-B8AF-8C45A3DDF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1E7E8-1538-4740-A600-7B9D7DC74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77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5230B8-7617-4044-9B72-DE3CE0A6C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C90F57D-1463-4F6E-A445-368E6508B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D5017-B3A9-4BC9-86E2-0D88865D3365}" type="datetimeFigureOut">
              <a:rPr lang="zh-CN" altLang="en-US" smtClean="0"/>
              <a:t>2020/5/27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3360B5F-E807-470B-A187-80904C11C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B5318A-9E62-4E05-B8C1-01844EAE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1E7E8-1538-4740-A600-7B9D7DC74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358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66460A1-2068-4744-9177-1FACAF106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D5017-B3A9-4BC9-86E2-0D88865D3365}" type="datetimeFigureOut">
              <a:rPr lang="zh-CN" altLang="en-US" smtClean="0"/>
              <a:t>2020/5/27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EE7815-3C4A-473F-8110-97C9514FC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28E051-6299-46DC-B63F-14927CBB8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1E7E8-1538-4740-A600-7B9D7DC74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201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739DD7-A4F2-4ECD-A784-5B1EAE6F9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7C1DF5-ED1B-4026-8E90-89F4F354F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DC5723-AB09-4FF6-8F9B-D1F5DE25D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9CB4C6-8367-4F60-8733-A003B53CB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D5017-B3A9-4BC9-86E2-0D88865D3365}" type="datetimeFigureOut">
              <a:rPr lang="zh-CN" altLang="en-US" smtClean="0"/>
              <a:t>2020/5/27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7BC4B9-D1A4-4C3E-92D5-EA6803B2E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CA7E89-1409-453F-8D86-A7D21BA6F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1E7E8-1538-4740-A600-7B9D7DC74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254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F8D04-37DF-4178-BABB-B1787B5E5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8D7A93A-4034-4D05-83D3-19B5C34D13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986F28-4608-4340-B932-2224E5808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C66AB5-04B3-4FA2-9CC1-AF20F3327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D5017-B3A9-4BC9-86E2-0D88865D3365}" type="datetimeFigureOut">
              <a:rPr lang="zh-CN" altLang="en-US" smtClean="0"/>
              <a:t>2020/5/27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09E918-5D88-4EA4-9876-AA9F25A4F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4F951C-AE70-4887-A646-ADE680D27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1E7E8-1538-4740-A600-7B9D7DC74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520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D63A98-16C7-4AA3-8110-5F02C3F5E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8460ADC-2074-46B9-91B1-C4A8B8141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1D82D8-8133-4A12-9E12-4FA5C0D4F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D5017-B3A9-4BC9-86E2-0D88865D3365}" type="datetimeFigureOut">
              <a:rPr lang="zh-CN" altLang="en-US" smtClean="0"/>
              <a:t>2020/5/27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F03D0E-0CE5-403E-B4CF-D9A13DF2E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370EDB-9C05-43AC-A636-AA2CACE2B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1E7E8-1538-4740-A600-7B9D7DC74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477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D57E567-9E73-489F-8EBA-2DCFE811F2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4FAB6E-A914-41D7-88C8-E10D40F96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0585B1-7E7A-4E7A-A9EE-65AC558F9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D5017-B3A9-4BC9-86E2-0D88865D3365}" type="datetimeFigureOut">
              <a:rPr lang="zh-CN" altLang="en-US" smtClean="0"/>
              <a:t>2020/5/27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E5E6E7-F7D6-4977-A4E8-F247F6354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01466D-38F6-4C76-95AA-05FD103A1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1E7E8-1538-4740-A600-7B9D7DC74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606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C1C7A-7C98-453E-8B7E-76CE11FCB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D098D7-2EDD-4017-B597-96018CAC8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FE1FF0-3256-4AAA-91F6-BC9A1D6D5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D5017-B3A9-4BC9-86E2-0D88865D3365}" type="datetimeFigureOut">
              <a:rPr lang="zh-CN" altLang="en-US" smtClean="0"/>
              <a:t>2020/5/27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6E6759-5763-466E-A752-870455B9B2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ABF25F-DE8A-4DDB-B020-85AAB7896C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1E7E8-1538-4740-A600-7B9D7DC743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990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FA608F-6071-4FAB-BB9D-C090130BE1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第五次作业（第八章）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31BD173-0CF1-4084-91DA-4C6A80812E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121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>
            <a:extLst>
              <a:ext uri="{FF2B5EF4-FFF2-40B4-BE49-F238E27FC236}">
                <a16:creationId xmlns:a16="http://schemas.microsoft.com/office/drawing/2014/main" id="{C2EC1549-3659-471A-BF6D-26A5B31E63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33600" y="-76200"/>
            <a:ext cx="8153400" cy="990600"/>
          </a:xfrm>
        </p:spPr>
        <p:txBody>
          <a:bodyPr/>
          <a:lstStyle/>
          <a:p>
            <a:r>
              <a:rPr lang="zh-CN" altLang="en-US" b="1"/>
              <a:t>习题一</a:t>
            </a:r>
          </a:p>
        </p:txBody>
      </p:sp>
      <p:sp>
        <p:nvSpPr>
          <p:cNvPr id="152579" name="Rectangle 3">
            <a:extLst>
              <a:ext uri="{FF2B5EF4-FFF2-40B4-BE49-F238E27FC236}">
                <a16:creationId xmlns:a16="http://schemas.microsoft.com/office/drawing/2014/main" id="{B7EA3856-B47D-46AA-A09E-E87F2F92C10E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2136776" y="838200"/>
            <a:ext cx="8531225" cy="4648200"/>
          </a:xfrm>
        </p:spPr>
        <p:txBody>
          <a:bodyPr/>
          <a:lstStyle/>
          <a:p>
            <a:r>
              <a:rPr lang="zh-CN" altLang="en-US" sz="2100" b="1"/>
              <a:t>设</a:t>
            </a:r>
            <a:r>
              <a:rPr lang="en-US" altLang="zh-CN" sz="2100" b="1"/>
              <a:t>status</a:t>
            </a:r>
            <a:r>
              <a:rPr lang="zh-CN" altLang="en-US" sz="2100" b="1"/>
              <a:t>是类标号属性，给定一个数据元组，他在属性</a:t>
            </a:r>
            <a:r>
              <a:rPr lang="en-US" altLang="zh-CN" sz="2100" b="1"/>
              <a:t>department,age</a:t>
            </a:r>
            <a:r>
              <a:rPr lang="zh-CN" altLang="en-US" sz="2100" b="1"/>
              <a:t>和</a:t>
            </a:r>
            <a:r>
              <a:rPr lang="en-US" altLang="zh-CN" sz="2100" b="1"/>
              <a:t>salary</a:t>
            </a:r>
            <a:r>
              <a:rPr lang="zh-CN" altLang="en-US" sz="2100" b="1"/>
              <a:t>的值分别为“</a:t>
            </a:r>
            <a:r>
              <a:rPr lang="en-US" altLang="zh-CN" sz="2100" b="1"/>
              <a:t>Systems”</a:t>
            </a:r>
            <a:r>
              <a:rPr lang="zh-CN" altLang="en-US" sz="2100" b="1"/>
              <a:t>，“</a:t>
            </a:r>
            <a:r>
              <a:rPr lang="en-US" altLang="zh-CN" sz="2100" b="1"/>
              <a:t>26…30</a:t>
            </a:r>
            <a:r>
              <a:rPr lang="zh-CN" altLang="en-US" sz="2100" b="1"/>
              <a:t>”和“</a:t>
            </a:r>
            <a:r>
              <a:rPr lang="en-US" altLang="zh-CN" sz="2100" b="1"/>
              <a:t>46K…50K”</a:t>
            </a:r>
            <a:r>
              <a:rPr lang="zh-CN" altLang="en-US" sz="2100" b="1"/>
              <a:t>。该元组</a:t>
            </a:r>
            <a:r>
              <a:rPr lang="en-US" altLang="zh-CN" sz="2100" b="1"/>
              <a:t>status</a:t>
            </a:r>
            <a:r>
              <a:rPr lang="zh-CN" altLang="en-US" sz="2100" b="1"/>
              <a:t>的朴素贝叶斯分类是什么？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2100" b="1"/>
          </a:p>
        </p:txBody>
      </p:sp>
      <p:graphicFrame>
        <p:nvGraphicFramePr>
          <p:cNvPr id="107593" name="Group 73">
            <a:extLst>
              <a:ext uri="{FF2B5EF4-FFF2-40B4-BE49-F238E27FC236}">
                <a16:creationId xmlns:a16="http://schemas.microsoft.com/office/drawing/2014/main" id="{98A88C75-FC3C-4642-919D-B625B88342BE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825626" y="1905000"/>
          <a:ext cx="8537575" cy="4754712"/>
        </p:xfrm>
        <a:graphic>
          <a:graphicData uri="http://schemas.openxmlformats.org/drawingml/2006/table">
            <a:tbl>
              <a:tblPr/>
              <a:tblGrid>
                <a:gridCol w="2135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5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1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department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status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age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salary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1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Sales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Senior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31…35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46K…50K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1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Sales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Junior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26…30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26K…30K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1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Sales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/>
                        <a:ea typeface="华文仿宋"/>
                        <a:cs typeface="华文仿宋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Junior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31…35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31K…35K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1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Systems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Junior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21…25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46K…50K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1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Systems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Senior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31…35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/>
                        <a:ea typeface="华文仿宋"/>
                        <a:cs typeface="华文仿宋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66K…70K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1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Systems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Junior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26…30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/>
                        <a:ea typeface="华文仿宋"/>
                        <a:cs typeface="华文仿宋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46K…50K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1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Systems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Senior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41…45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66K…70K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1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Marketing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Senior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36…40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46K…50K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21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Marketing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Junior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31…35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41K…45K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21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Secretary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Senior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46…50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36K…40K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621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Secretary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Junior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26…30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ea typeface="华文仿宋"/>
                          <a:cs typeface="华文仿宋"/>
                        </a:rPr>
                        <a:t>26K…30K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4823FEFB-36DE-4A56-8A87-B86E08AB5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pPr eaLnBrk="1" hangingPunct="1"/>
            <a:r>
              <a:rPr lang="zh-CN" altLang="en-US" b="1"/>
              <a:t>习题二</a:t>
            </a:r>
            <a:endParaRPr lang="en-US" altLang="zh-CN" b="1"/>
          </a:p>
        </p:txBody>
      </p:sp>
      <p:sp>
        <p:nvSpPr>
          <p:cNvPr id="153603" name="页脚占位符 4">
            <a:extLst>
              <a:ext uri="{FF2B5EF4-FFF2-40B4-BE49-F238E27FC236}">
                <a16:creationId xmlns:a16="http://schemas.microsoft.com/office/drawing/2014/main" id="{A240A2F6-B1A9-40D9-B29C-00C673FB9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ECUST--Jing Zhang</a:t>
            </a:r>
          </a:p>
        </p:txBody>
      </p:sp>
      <p:sp>
        <p:nvSpPr>
          <p:cNvPr id="153604" name="灯片编号占位符 5">
            <a:extLst>
              <a:ext uri="{FF2B5EF4-FFF2-40B4-BE49-F238E27FC236}">
                <a16:creationId xmlns:a16="http://schemas.microsoft.com/office/drawing/2014/main" id="{9EE5BB8E-1C1C-469D-8380-C98E4AAC1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fld id="{A9BD0D93-1C17-4BCB-BE07-C1CC4BE2F3C3}" type="slidenum">
              <a:rPr lang="en-US" altLang="zh-CN" sz="1200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zh-CN" sz="1200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05" name="Rectangle 3">
            <a:extLst>
              <a:ext uri="{FF2B5EF4-FFF2-40B4-BE49-F238E27FC236}">
                <a16:creationId xmlns:a16="http://schemas.microsoft.com/office/drawing/2014/main" id="{0493783F-81D0-4904-AEC7-45C03BE289B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136776" y="1600200"/>
            <a:ext cx="4645025" cy="4495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u"/>
            </a:pPr>
            <a:r>
              <a:rPr lang="zh-CN" altLang="en-US" b="1"/>
              <a:t>右表给出学生的期中和期末考试成绩。</a:t>
            </a:r>
          </a:p>
          <a:p>
            <a:pPr lvl="1" eaLnBrk="1" hangingPunct="1">
              <a:buFont typeface="Wingdings" panose="05000000000000000000" pitchFamily="2" charset="2"/>
              <a:buChar char="u"/>
            </a:pPr>
            <a:r>
              <a:rPr lang="zh-CN" altLang="en-US" sz="2000" b="1"/>
              <a:t>绘数据图。</a:t>
            </a:r>
            <a:r>
              <a:rPr lang="en-US" altLang="zh-CN" sz="2000" b="1"/>
              <a:t>X</a:t>
            </a:r>
            <a:r>
              <a:rPr lang="zh-CN" altLang="en-US" sz="2000" b="1"/>
              <a:t>和</a:t>
            </a:r>
            <a:r>
              <a:rPr lang="en-US" altLang="zh-CN" sz="2000" b="1"/>
              <a:t>Y</a:t>
            </a:r>
            <a:r>
              <a:rPr lang="zh-CN" altLang="en-US" sz="2000" b="1"/>
              <a:t>看上去具有线性关系么？</a:t>
            </a:r>
          </a:p>
          <a:p>
            <a:pPr lvl="1" eaLnBrk="1" hangingPunct="1">
              <a:buFont typeface="Wingdings" panose="05000000000000000000" pitchFamily="2" charset="2"/>
              <a:buChar char="u"/>
            </a:pPr>
            <a:r>
              <a:rPr lang="zh-CN" altLang="en-US" sz="2000" b="1"/>
              <a:t>使用最小二乘法，求由学生的期中成绩预测学生的期末成绩的方程式。</a:t>
            </a:r>
          </a:p>
          <a:p>
            <a:pPr lvl="1" eaLnBrk="1" hangingPunct="1">
              <a:buFont typeface="Wingdings" panose="05000000000000000000" pitchFamily="2" charset="2"/>
              <a:buChar char="u"/>
            </a:pPr>
            <a:r>
              <a:rPr lang="zh-CN" altLang="en-US" sz="2000" b="1"/>
              <a:t>预测其中成绩为</a:t>
            </a:r>
            <a:r>
              <a:rPr lang="en-US" altLang="zh-CN" sz="2000" b="1"/>
              <a:t>86</a:t>
            </a:r>
            <a:r>
              <a:rPr lang="zh-CN" altLang="en-US" sz="2000" b="1"/>
              <a:t>分的学生的期末成绩。</a:t>
            </a:r>
          </a:p>
        </p:txBody>
      </p:sp>
      <p:graphicFrame>
        <p:nvGraphicFramePr>
          <p:cNvPr id="91189" name="Group 53">
            <a:extLst>
              <a:ext uri="{FF2B5EF4-FFF2-40B4-BE49-F238E27FC236}">
                <a16:creationId xmlns:a16="http://schemas.microsoft.com/office/drawing/2014/main" id="{B166BC69-B9A9-430A-8698-CE6255672313}"/>
              </a:ext>
            </a:extLst>
          </p:cNvPr>
          <p:cNvGraphicFramePr>
            <a:graphicFrameLocks noGrp="1"/>
          </p:cNvGraphicFramePr>
          <p:nvPr/>
        </p:nvGraphicFramePr>
        <p:xfrm>
          <a:off x="7086600" y="1752601"/>
          <a:ext cx="3276600" cy="4451351"/>
        </p:xfrm>
        <a:graphic>
          <a:graphicData uri="http://schemas.openxmlformats.org/drawingml/2006/table">
            <a:tbl>
              <a:tblPr/>
              <a:tblGrid>
                <a:gridCol w="162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X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（期中考试）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Y</a:t>
                      </a: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（期末考试）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81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86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83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88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81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Microsoft Office PowerPoint</Application>
  <PresentationFormat>宽屏</PresentationFormat>
  <Paragraphs>84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Arial</vt:lpstr>
      <vt:lpstr>Tw Cen MT</vt:lpstr>
      <vt:lpstr>Wingdings</vt:lpstr>
      <vt:lpstr>Office 主题​​</vt:lpstr>
      <vt:lpstr>第五次作业（第八章）</vt:lpstr>
      <vt:lpstr>习题一</vt:lpstr>
      <vt:lpstr>习题二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第五次作业（第八章）</dc:title>
  <dc:creator>Amy Zhang</dc:creator>
  <cp:lastModifiedBy>Amy Zhang</cp:lastModifiedBy>
  <cp:revision>2</cp:revision>
  <dcterms:created xsi:type="dcterms:W3CDTF">2020-05-27T07:20:42Z</dcterms:created>
  <dcterms:modified xsi:type="dcterms:W3CDTF">2020-05-27T07:21:22Z</dcterms:modified>
</cp:coreProperties>
</file>